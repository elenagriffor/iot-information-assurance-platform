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7" r:id="rId2"/>
    <p:sldId id="259" r:id="rId3"/>
    <p:sldId id="256" r:id="rId4"/>
    <p:sldId id="260" r:id="rId5"/>
  </p:sldIdLst>
  <p:sldSz cx="12192000" cy="1965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88"/>
    <p:restoredTop sz="94679"/>
  </p:normalViewPr>
  <p:slideViewPr>
    <p:cSldViewPr snapToGrid="0">
      <p:cViewPr>
        <p:scale>
          <a:sx n="94" d="100"/>
          <a:sy n="94" d="100"/>
        </p:scale>
        <p:origin x="482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35FB4E-C618-604E-99E9-34977B13F202}" type="doc">
      <dgm:prSet loTypeId="urn:microsoft.com/office/officeart/2005/8/layout/hierarchy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7EA80E-2E46-FC46-B425-CCCB7C22AF25}">
      <dgm:prSet phldrT="[Text]"/>
      <dgm:spPr/>
      <dgm:t>
        <a:bodyPr/>
        <a:lstStyle/>
        <a:p>
          <a:r>
            <a:rPr lang="en-US" dirty="0"/>
            <a:t>Confidentiality</a:t>
          </a:r>
        </a:p>
      </dgm:t>
    </dgm:pt>
    <dgm:pt modelId="{4A99D5D9-4DFE-CB41-97B3-0A24D7127501}" type="parTrans" cxnId="{A69BCE26-488A-DA40-8B53-9DF0D629177F}">
      <dgm:prSet/>
      <dgm:spPr/>
      <dgm:t>
        <a:bodyPr/>
        <a:lstStyle/>
        <a:p>
          <a:endParaRPr lang="en-US"/>
        </a:p>
      </dgm:t>
    </dgm:pt>
    <dgm:pt modelId="{722E26D5-1A43-264E-ADB7-30BF6D08B7EA}" type="sibTrans" cxnId="{A69BCE26-488A-DA40-8B53-9DF0D629177F}">
      <dgm:prSet/>
      <dgm:spPr/>
      <dgm:t>
        <a:bodyPr/>
        <a:lstStyle/>
        <a:p>
          <a:endParaRPr lang="en-US"/>
        </a:p>
      </dgm:t>
    </dgm:pt>
    <dgm:pt modelId="{B153559C-B0EA-DE48-8AEF-881819D26B9A}">
      <dgm:prSet phldrT="[Text]"/>
      <dgm:spPr/>
      <dgm:t>
        <a:bodyPr/>
        <a:lstStyle/>
        <a:p>
          <a:r>
            <a:rPr lang="en-US" dirty="0"/>
            <a:t>Transmission</a:t>
          </a:r>
        </a:p>
      </dgm:t>
    </dgm:pt>
    <dgm:pt modelId="{F141C546-2D72-3B4D-81B8-94FCE0359DF0}" type="parTrans" cxnId="{DFC00AEC-6B67-AD48-8BB4-A06BC9341C9F}">
      <dgm:prSet/>
      <dgm:spPr/>
      <dgm:t>
        <a:bodyPr/>
        <a:lstStyle/>
        <a:p>
          <a:endParaRPr lang="en-US"/>
        </a:p>
      </dgm:t>
    </dgm:pt>
    <dgm:pt modelId="{7FCA7538-5555-EE42-9EFC-E60EB6BB1AC7}" type="sibTrans" cxnId="{DFC00AEC-6B67-AD48-8BB4-A06BC9341C9F}">
      <dgm:prSet/>
      <dgm:spPr/>
      <dgm:t>
        <a:bodyPr/>
        <a:lstStyle/>
        <a:p>
          <a:endParaRPr lang="en-US"/>
        </a:p>
      </dgm:t>
    </dgm:pt>
    <dgm:pt modelId="{34BE5C0B-FE6C-5041-87F8-306549559A1A}">
      <dgm:prSet phldrT="[Text]"/>
      <dgm:spPr/>
      <dgm:t>
        <a:bodyPr/>
        <a:lstStyle/>
        <a:p>
          <a:r>
            <a:rPr lang="en-US" dirty="0"/>
            <a:t>T</a:t>
          </a:r>
        </a:p>
      </dgm:t>
    </dgm:pt>
    <dgm:pt modelId="{21136B76-7608-C045-9920-A799F5F2EFD5}" type="parTrans" cxnId="{F5E76EB5-86F6-4C41-BE7D-B9D492A67DC8}">
      <dgm:prSet/>
      <dgm:spPr/>
      <dgm:t>
        <a:bodyPr/>
        <a:lstStyle/>
        <a:p>
          <a:endParaRPr lang="en-US"/>
        </a:p>
      </dgm:t>
    </dgm:pt>
    <dgm:pt modelId="{F78FB021-1FB3-C24B-80FE-EDF27E9C6E05}" type="sibTrans" cxnId="{F5E76EB5-86F6-4C41-BE7D-B9D492A67DC8}">
      <dgm:prSet/>
      <dgm:spPr/>
      <dgm:t>
        <a:bodyPr/>
        <a:lstStyle/>
        <a:p>
          <a:endParaRPr lang="en-US"/>
        </a:p>
      </dgm:t>
    </dgm:pt>
    <dgm:pt modelId="{60C79697-D05E-5E40-BCAC-C1127595BD37}">
      <dgm:prSet phldrT="[Text]"/>
      <dgm:spPr/>
      <dgm:t>
        <a:bodyPr/>
        <a:lstStyle/>
        <a:p>
          <a:r>
            <a:rPr lang="en-US" dirty="0"/>
            <a:t>Availability</a:t>
          </a:r>
        </a:p>
      </dgm:t>
    </dgm:pt>
    <dgm:pt modelId="{A28E7D12-6D0B-2848-B62E-EF1FB54103F4}" type="parTrans" cxnId="{6B4D1F03-0CBC-8843-BB77-BA1B09FBC0AF}">
      <dgm:prSet/>
      <dgm:spPr/>
      <dgm:t>
        <a:bodyPr/>
        <a:lstStyle/>
        <a:p>
          <a:endParaRPr lang="en-US"/>
        </a:p>
      </dgm:t>
    </dgm:pt>
    <dgm:pt modelId="{6D1260AD-E87E-464C-81E5-29B0D2FC9607}" type="sibTrans" cxnId="{6B4D1F03-0CBC-8843-BB77-BA1B09FBC0AF}">
      <dgm:prSet/>
      <dgm:spPr/>
      <dgm:t>
        <a:bodyPr/>
        <a:lstStyle/>
        <a:p>
          <a:endParaRPr lang="en-US"/>
        </a:p>
      </dgm:t>
    </dgm:pt>
    <dgm:pt modelId="{169C43AF-6604-BC4B-A509-1B48A2A68B77}">
      <dgm:prSet phldrT="[Text]"/>
      <dgm:spPr/>
      <dgm:t>
        <a:bodyPr/>
        <a:lstStyle/>
        <a:p>
          <a:r>
            <a:rPr lang="en-US" dirty="0"/>
            <a:t>Storage</a:t>
          </a:r>
        </a:p>
      </dgm:t>
    </dgm:pt>
    <dgm:pt modelId="{3F4AF2E5-4102-0341-95CF-F0DCB6F40473}" type="parTrans" cxnId="{8B1DCFD5-F876-E747-9520-764EF50465E0}">
      <dgm:prSet/>
      <dgm:spPr/>
      <dgm:t>
        <a:bodyPr/>
        <a:lstStyle/>
        <a:p>
          <a:endParaRPr lang="en-US"/>
        </a:p>
      </dgm:t>
    </dgm:pt>
    <dgm:pt modelId="{E11F8B9A-9CE8-4B4D-9CB3-6B060C34B8D3}" type="sibTrans" cxnId="{8B1DCFD5-F876-E747-9520-764EF50465E0}">
      <dgm:prSet/>
      <dgm:spPr/>
      <dgm:t>
        <a:bodyPr/>
        <a:lstStyle/>
        <a:p>
          <a:endParaRPr lang="en-US"/>
        </a:p>
      </dgm:t>
    </dgm:pt>
    <dgm:pt modelId="{DAA35038-984A-DA4D-93C7-E0D22C73331A}">
      <dgm:prSet phldrT="[Text]"/>
      <dgm:spPr/>
      <dgm:t>
        <a:bodyPr/>
        <a:lstStyle/>
        <a:p>
          <a:r>
            <a:rPr lang="en-US" dirty="0"/>
            <a:t>Processing</a:t>
          </a:r>
        </a:p>
      </dgm:t>
    </dgm:pt>
    <dgm:pt modelId="{87A65CCD-6577-7245-93FB-C76060D8252F}" type="parTrans" cxnId="{7782FBFB-A0FE-6C4E-A49D-10843C97BA58}">
      <dgm:prSet/>
      <dgm:spPr/>
      <dgm:t>
        <a:bodyPr/>
        <a:lstStyle/>
        <a:p>
          <a:endParaRPr lang="en-US"/>
        </a:p>
      </dgm:t>
    </dgm:pt>
    <dgm:pt modelId="{870AD1F3-855C-B340-8301-4BB77F85BAB7}" type="sibTrans" cxnId="{7782FBFB-A0FE-6C4E-A49D-10843C97BA58}">
      <dgm:prSet/>
      <dgm:spPr/>
      <dgm:t>
        <a:bodyPr/>
        <a:lstStyle/>
        <a:p>
          <a:endParaRPr lang="en-US"/>
        </a:p>
      </dgm:t>
    </dgm:pt>
    <dgm:pt modelId="{C84F0F39-F5E9-7545-82E0-C9DB5F8B5F77}">
      <dgm:prSet phldrT="[Text]"/>
      <dgm:spPr/>
      <dgm:t>
        <a:bodyPr/>
        <a:lstStyle/>
        <a:p>
          <a:r>
            <a:rPr lang="en-US" dirty="0"/>
            <a:t>In Use</a:t>
          </a:r>
        </a:p>
      </dgm:t>
    </dgm:pt>
    <dgm:pt modelId="{6CB80A4B-3078-0B42-87BF-4B49F4076EE3}" type="parTrans" cxnId="{86C2F4B0-92B5-3D4F-A0EE-D9B3854B8412}">
      <dgm:prSet/>
      <dgm:spPr/>
      <dgm:t>
        <a:bodyPr/>
        <a:lstStyle/>
        <a:p>
          <a:endParaRPr lang="en-US"/>
        </a:p>
      </dgm:t>
    </dgm:pt>
    <dgm:pt modelId="{78FFAB12-D924-2E49-A984-28B50BC11D38}" type="sibTrans" cxnId="{86C2F4B0-92B5-3D4F-A0EE-D9B3854B8412}">
      <dgm:prSet/>
      <dgm:spPr/>
      <dgm:t>
        <a:bodyPr/>
        <a:lstStyle/>
        <a:p>
          <a:endParaRPr lang="en-US"/>
        </a:p>
      </dgm:t>
    </dgm:pt>
    <dgm:pt modelId="{CCBD50E4-A7A2-644C-AD9B-3F4ACE77A0EA}">
      <dgm:prSet phldrT="[Text]"/>
      <dgm:spPr/>
      <dgm:t>
        <a:bodyPr/>
        <a:lstStyle/>
        <a:p>
          <a:r>
            <a:rPr lang="en-US" dirty="0"/>
            <a:t>Integrity </a:t>
          </a:r>
        </a:p>
      </dgm:t>
    </dgm:pt>
    <dgm:pt modelId="{B0D2E746-153F-CB4A-BD00-304467DB31CB}" type="sibTrans" cxnId="{5F2A2360-9890-014A-8EFB-3A58C8CA84FF}">
      <dgm:prSet/>
      <dgm:spPr/>
      <dgm:t>
        <a:bodyPr/>
        <a:lstStyle/>
        <a:p>
          <a:endParaRPr lang="en-US"/>
        </a:p>
      </dgm:t>
    </dgm:pt>
    <dgm:pt modelId="{DE4EB27E-A7C2-2546-8B36-FDD189D4C567}" type="parTrans" cxnId="{5F2A2360-9890-014A-8EFB-3A58C8CA84FF}">
      <dgm:prSet/>
      <dgm:spPr/>
      <dgm:t>
        <a:bodyPr/>
        <a:lstStyle/>
        <a:p>
          <a:endParaRPr lang="en-US"/>
        </a:p>
      </dgm:t>
    </dgm:pt>
    <dgm:pt modelId="{A073B0C2-E842-4940-A93C-3943082F8667}">
      <dgm:prSet phldrT="[Text]"/>
      <dgm:spPr/>
      <dgm:t>
        <a:bodyPr/>
        <a:lstStyle/>
        <a:p>
          <a:r>
            <a:rPr lang="en-US" dirty="0"/>
            <a:t>S</a:t>
          </a:r>
        </a:p>
      </dgm:t>
    </dgm:pt>
    <dgm:pt modelId="{EE01F73A-9E8F-FB41-B945-17F470B74571}" type="parTrans" cxnId="{2A95CFB8-FDAB-4D4E-8418-C668AEA4AC42}">
      <dgm:prSet/>
      <dgm:spPr/>
      <dgm:t>
        <a:bodyPr/>
        <a:lstStyle/>
        <a:p>
          <a:endParaRPr lang="en-US"/>
        </a:p>
      </dgm:t>
    </dgm:pt>
    <dgm:pt modelId="{4057B9FB-1222-FA43-81C5-106B110AB9F0}" type="sibTrans" cxnId="{2A95CFB8-FDAB-4D4E-8418-C668AEA4AC42}">
      <dgm:prSet/>
      <dgm:spPr/>
      <dgm:t>
        <a:bodyPr/>
        <a:lstStyle/>
        <a:p>
          <a:endParaRPr lang="en-US"/>
        </a:p>
      </dgm:t>
    </dgm:pt>
    <dgm:pt modelId="{2F19E01E-825F-DC4F-ADC2-A231BC1BA272}">
      <dgm:prSet phldrT="[Text]"/>
      <dgm:spPr/>
      <dgm:t>
        <a:bodyPr/>
        <a:lstStyle/>
        <a:p>
          <a:r>
            <a:rPr lang="en-US" dirty="0"/>
            <a:t>P</a:t>
          </a:r>
        </a:p>
      </dgm:t>
    </dgm:pt>
    <dgm:pt modelId="{ABC60ECF-D0BB-DC4C-A82C-077B297CF78F}" type="parTrans" cxnId="{F681655E-EDA9-CB42-97BF-F2731BD67761}">
      <dgm:prSet/>
      <dgm:spPr/>
      <dgm:t>
        <a:bodyPr/>
        <a:lstStyle/>
        <a:p>
          <a:endParaRPr lang="en-US"/>
        </a:p>
      </dgm:t>
    </dgm:pt>
    <dgm:pt modelId="{3194AE7B-5DE0-8E4E-95BB-AD16C828C488}" type="sibTrans" cxnId="{F681655E-EDA9-CB42-97BF-F2731BD67761}">
      <dgm:prSet/>
      <dgm:spPr/>
      <dgm:t>
        <a:bodyPr/>
        <a:lstStyle/>
        <a:p>
          <a:endParaRPr lang="en-US"/>
        </a:p>
      </dgm:t>
    </dgm:pt>
    <dgm:pt modelId="{6F090CB9-314C-BC4F-8592-EB05536489E6}">
      <dgm:prSet phldrT="[Text]"/>
      <dgm:spPr/>
      <dgm:t>
        <a:bodyPr/>
        <a:lstStyle/>
        <a:p>
          <a:r>
            <a:rPr lang="en-US" dirty="0"/>
            <a:t>I</a:t>
          </a:r>
        </a:p>
      </dgm:t>
    </dgm:pt>
    <dgm:pt modelId="{AE50C9FC-D6E8-5443-9F59-9E5C279851EF}" type="parTrans" cxnId="{DCA11A42-3A9A-5D41-A989-5AF8425FC84D}">
      <dgm:prSet/>
      <dgm:spPr/>
      <dgm:t>
        <a:bodyPr/>
        <a:lstStyle/>
        <a:p>
          <a:endParaRPr lang="en-US"/>
        </a:p>
      </dgm:t>
    </dgm:pt>
    <dgm:pt modelId="{9A56B522-BF02-ED40-AF44-F3DC6A75FFE9}" type="sibTrans" cxnId="{DCA11A42-3A9A-5D41-A989-5AF8425FC84D}">
      <dgm:prSet/>
      <dgm:spPr/>
      <dgm:t>
        <a:bodyPr/>
        <a:lstStyle/>
        <a:p>
          <a:endParaRPr lang="en-US"/>
        </a:p>
      </dgm:t>
    </dgm:pt>
    <dgm:pt modelId="{D76BF286-D7A6-844E-9731-F80D02EBDB30}">
      <dgm:prSet phldrT="[Text]"/>
      <dgm:spPr/>
      <dgm:t>
        <a:bodyPr/>
        <a:lstStyle/>
        <a:p>
          <a:r>
            <a:rPr lang="en-US" dirty="0"/>
            <a:t>Authentication</a:t>
          </a:r>
        </a:p>
      </dgm:t>
    </dgm:pt>
    <dgm:pt modelId="{F179449A-A143-1542-B97D-E5DD779507E1}" type="parTrans" cxnId="{6E760EBC-8CBD-1841-9BDC-5FB52F34ADDC}">
      <dgm:prSet/>
      <dgm:spPr/>
      <dgm:t>
        <a:bodyPr/>
        <a:lstStyle/>
        <a:p>
          <a:endParaRPr lang="en-US"/>
        </a:p>
      </dgm:t>
    </dgm:pt>
    <dgm:pt modelId="{00AF89A2-81C6-1D42-BE4F-65F1E69F8E0E}" type="sibTrans" cxnId="{6E760EBC-8CBD-1841-9BDC-5FB52F34ADDC}">
      <dgm:prSet/>
      <dgm:spPr/>
      <dgm:t>
        <a:bodyPr/>
        <a:lstStyle/>
        <a:p>
          <a:endParaRPr lang="en-US"/>
        </a:p>
      </dgm:t>
    </dgm:pt>
    <dgm:pt modelId="{0AA2C5CD-3500-2047-99AA-233C06DB1029}">
      <dgm:prSet phldrT="[Text]"/>
      <dgm:spPr/>
      <dgm:t>
        <a:bodyPr/>
        <a:lstStyle/>
        <a:p>
          <a:r>
            <a:rPr lang="en-US" dirty="0"/>
            <a:t>Human/Trust</a:t>
          </a:r>
        </a:p>
      </dgm:t>
    </dgm:pt>
    <dgm:pt modelId="{3E1ED597-A4F0-9047-8E85-C954F9E6CF1F}" type="parTrans" cxnId="{53B42D2A-5CB3-F74F-B418-51CCB507115F}">
      <dgm:prSet/>
      <dgm:spPr/>
      <dgm:t>
        <a:bodyPr/>
        <a:lstStyle/>
        <a:p>
          <a:endParaRPr lang="en-US"/>
        </a:p>
      </dgm:t>
    </dgm:pt>
    <dgm:pt modelId="{F0EB376E-5E36-5542-920A-0C8D8312B04E}" type="sibTrans" cxnId="{53B42D2A-5CB3-F74F-B418-51CCB507115F}">
      <dgm:prSet/>
      <dgm:spPr/>
      <dgm:t>
        <a:bodyPr/>
        <a:lstStyle/>
        <a:p>
          <a:endParaRPr lang="en-US"/>
        </a:p>
      </dgm:t>
    </dgm:pt>
    <dgm:pt modelId="{4A06FE6F-3ECA-6748-B2E1-04733DB363AD}">
      <dgm:prSet phldrT="[Text]"/>
      <dgm:spPr/>
      <dgm:t>
        <a:bodyPr/>
        <a:lstStyle/>
        <a:p>
          <a:r>
            <a:rPr lang="en-US" dirty="0"/>
            <a:t>T</a:t>
          </a:r>
        </a:p>
      </dgm:t>
    </dgm:pt>
    <dgm:pt modelId="{1DA7ADF2-4DD1-5445-9848-7EE30128E5E8}" type="parTrans" cxnId="{AAB5CBB7-A2BE-584D-8EBA-366BF0891BC5}">
      <dgm:prSet/>
      <dgm:spPr/>
      <dgm:t>
        <a:bodyPr/>
        <a:lstStyle/>
        <a:p>
          <a:endParaRPr lang="en-US"/>
        </a:p>
      </dgm:t>
    </dgm:pt>
    <dgm:pt modelId="{843E142C-AF8B-CB46-949E-C4CEC9DBCC4A}" type="sibTrans" cxnId="{AAB5CBB7-A2BE-584D-8EBA-366BF0891BC5}">
      <dgm:prSet/>
      <dgm:spPr/>
      <dgm:t>
        <a:bodyPr/>
        <a:lstStyle/>
        <a:p>
          <a:endParaRPr lang="en-US"/>
        </a:p>
      </dgm:t>
    </dgm:pt>
    <dgm:pt modelId="{10B8CDA6-0F75-764F-81D6-E61FA75169B1}">
      <dgm:prSet phldrT="[Text]"/>
      <dgm:spPr/>
      <dgm:t>
        <a:bodyPr/>
        <a:lstStyle/>
        <a:p>
          <a:r>
            <a:rPr lang="en-US" dirty="0"/>
            <a:t>S</a:t>
          </a:r>
        </a:p>
      </dgm:t>
    </dgm:pt>
    <dgm:pt modelId="{572F2BFE-0130-3F4C-B685-358A3779C0F5}" type="parTrans" cxnId="{A14A17DE-DB2F-8744-B948-C4C81C95F373}">
      <dgm:prSet/>
      <dgm:spPr/>
      <dgm:t>
        <a:bodyPr/>
        <a:lstStyle/>
        <a:p>
          <a:endParaRPr lang="en-US"/>
        </a:p>
      </dgm:t>
    </dgm:pt>
    <dgm:pt modelId="{095D1E35-A64A-1D48-BE1D-C89B27FDF64C}" type="sibTrans" cxnId="{A14A17DE-DB2F-8744-B948-C4C81C95F373}">
      <dgm:prSet/>
      <dgm:spPr/>
      <dgm:t>
        <a:bodyPr/>
        <a:lstStyle/>
        <a:p>
          <a:endParaRPr lang="en-US"/>
        </a:p>
      </dgm:t>
    </dgm:pt>
    <dgm:pt modelId="{352D8F6C-7CED-8C4D-BADD-16DF8542316E}">
      <dgm:prSet phldrT="[Text]"/>
      <dgm:spPr/>
      <dgm:t>
        <a:bodyPr/>
        <a:lstStyle/>
        <a:p>
          <a:r>
            <a:rPr lang="en-US" dirty="0"/>
            <a:t>P</a:t>
          </a:r>
        </a:p>
      </dgm:t>
    </dgm:pt>
    <dgm:pt modelId="{E938A842-B967-6240-935E-646C0FC2F4DC}" type="parTrans" cxnId="{EF45B026-5EDC-0D4B-989B-C943707D6DC3}">
      <dgm:prSet/>
      <dgm:spPr/>
      <dgm:t>
        <a:bodyPr/>
        <a:lstStyle/>
        <a:p>
          <a:endParaRPr lang="en-US"/>
        </a:p>
      </dgm:t>
    </dgm:pt>
    <dgm:pt modelId="{B52375AE-30B0-5443-A75C-A6BF473CDC01}" type="sibTrans" cxnId="{EF45B026-5EDC-0D4B-989B-C943707D6DC3}">
      <dgm:prSet/>
      <dgm:spPr/>
      <dgm:t>
        <a:bodyPr/>
        <a:lstStyle/>
        <a:p>
          <a:endParaRPr lang="en-US"/>
        </a:p>
      </dgm:t>
    </dgm:pt>
    <dgm:pt modelId="{CDBA6977-5718-B44D-8977-7497B20F74C8}">
      <dgm:prSet phldrT="[Text]"/>
      <dgm:spPr/>
      <dgm:t>
        <a:bodyPr/>
        <a:lstStyle/>
        <a:p>
          <a:r>
            <a:rPr lang="en-US" dirty="0"/>
            <a:t>I</a:t>
          </a:r>
        </a:p>
      </dgm:t>
    </dgm:pt>
    <dgm:pt modelId="{B82860F6-ABB3-474C-B5A3-8499E3B45AB9}" type="parTrans" cxnId="{6ABD831F-5764-B245-B167-3B320A1FB532}">
      <dgm:prSet/>
      <dgm:spPr/>
      <dgm:t>
        <a:bodyPr/>
        <a:lstStyle/>
        <a:p>
          <a:endParaRPr lang="en-US"/>
        </a:p>
      </dgm:t>
    </dgm:pt>
    <dgm:pt modelId="{30391B7F-4DCA-6645-99BE-5C6EF6635004}" type="sibTrans" cxnId="{6ABD831F-5764-B245-B167-3B320A1FB532}">
      <dgm:prSet/>
      <dgm:spPr/>
      <dgm:t>
        <a:bodyPr/>
        <a:lstStyle/>
        <a:p>
          <a:endParaRPr lang="en-US"/>
        </a:p>
      </dgm:t>
    </dgm:pt>
    <dgm:pt modelId="{94C59B53-AD82-7143-967A-6E622BD11675}">
      <dgm:prSet phldrT="[Text]"/>
      <dgm:spPr/>
      <dgm:t>
        <a:bodyPr/>
        <a:lstStyle/>
        <a:p>
          <a:r>
            <a:rPr lang="en-US" dirty="0"/>
            <a:t>T</a:t>
          </a:r>
        </a:p>
      </dgm:t>
    </dgm:pt>
    <dgm:pt modelId="{7C42CFFF-5C36-104F-9C5C-1E8F02B4A1B7}" type="parTrans" cxnId="{140CB4DA-7E28-C144-9744-1A503D1A3DB0}">
      <dgm:prSet/>
      <dgm:spPr/>
      <dgm:t>
        <a:bodyPr/>
        <a:lstStyle/>
        <a:p>
          <a:endParaRPr lang="en-US"/>
        </a:p>
      </dgm:t>
    </dgm:pt>
    <dgm:pt modelId="{5FB091F9-FBD0-4E44-A00C-6D5F3B13C0C7}" type="sibTrans" cxnId="{140CB4DA-7E28-C144-9744-1A503D1A3DB0}">
      <dgm:prSet/>
      <dgm:spPr/>
      <dgm:t>
        <a:bodyPr/>
        <a:lstStyle/>
        <a:p>
          <a:endParaRPr lang="en-US"/>
        </a:p>
      </dgm:t>
    </dgm:pt>
    <dgm:pt modelId="{15195961-F22E-324D-A2CD-02DBFB343B09}">
      <dgm:prSet phldrT="[Text]"/>
      <dgm:spPr/>
      <dgm:t>
        <a:bodyPr/>
        <a:lstStyle/>
        <a:p>
          <a:r>
            <a:rPr lang="en-US" dirty="0"/>
            <a:t>S</a:t>
          </a:r>
        </a:p>
      </dgm:t>
    </dgm:pt>
    <dgm:pt modelId="{E2B86F9E-C666-7D43-ACB1-D72E2F48EDBC}" type="parTrans" cxnId="{8DF24FDD-EE83-6E4C-B520-B18F3AF03BDC}">
      <dgm:prSet/>
      <dgm:spPr/>
      <dgm:t>
        <a:bodyPr/>
        <a:lstStyle/>
        <a:p>
          <a:endParaRPr lang="en-US"/>
        </a:p>
      </dgm:t>
    </dgm:pt>
    <dgm:pt modelId="{FF957A14-87A3-4C4E-8CBD-9B285D710355}" type="sibTrans" cxnId="{8DF24FDD-EE83-6E4C-B520-B18F3AF03BDC}">
      <dgm:prSet/>
      <dgm:spPr/>
      <dgm:t>
        <a:bodyPr/>
        <a:lstStyle/>
        <a:p>
          <a:endParaRPr lang="en-US"/>
        </a:p>
      </dgm:t>
    </dgm:pt>
    <dgm:pt modelId="{557054BC-0837-004E-811D-78492375AC4D}">
      <dgm:prSet phldrT="[Text]"/>
      <dgm:spPr/>
      <dgm:t>
        <a:bodyPr/>
        <a:lstStyle/>
        <a:p>
          <a:r>
            <a:rPr lang="en-US" dirty="0"/>
            <a:t>P</a:t>
          </a:r>
        </a:p>
      </dgm:t>
    </dgm:pt>
    <dgm:pt modelId="{4372DBE2-D890-5444-8D20-A4A01335B2EB}" type="parTrans" cxnId="{C0D7329A-FD39-4C4A-8CEA-5B3999AA3806}">
      <dgm:prSet/>
      <dgm:spPr/>
      <dgm:t>
        <a:bodyPr/>
        <a:lstStyle/>
        <a:p>
          <a:endParaRPr lang="en-US"/>
        </a:p>
      </dgm:t>
    </dgm:pt>
    <dgm:pt modelId="{3D882B55-2424-C04F-B00F-92E4B0A546B9}" type="sibTrans" cxnId="{C0D7329A-FD39-4C4A-8CEA-5B3999AA3806}">
      <dgm:prSet/>
      <dgm:spPr/>
      <dgm:t>
        <a:bodyPr/>
        <a:lstStyle/>
        <a:p>
          <a:endParaRPr lang="en-US"/>
        </a:p>
      </dgm:t>
    </dgm:pt>
    <dgm:pt modelId="{E182ABBF-4B74-1047-9ADA-316F34D8832F}">
      <dgm:prSet phldrT="[Text]"/>
      <dgm:spPr/>
      <dgm:t>
        <a:bodyPr/>
        <a:lstStyle/>
        <a:p>
          <a:r>
            <a:rPr lang="en-US" dirty="0"/>
            <a:t>I</a:t>
          </a:r>
        </a:p>
      </dgm:t>
    </dgm:pt>
    <dgm:pt modelId="{13D5839F-E180-BC49-AB1F-A9C0909A19B8}" type="parTrans" cxnId="{FF77A6B0-E870-9E4A-AC67-15ED8403011C}">
      <dgm:prSet/>
      <dgm:spPr/>
      <dgm:t>
        <a:bodyPr/>
        <a:lstStyle/>
        <a:p>
          <a:endParaRPr lang="en-US"/>
        </a:p>
      </dgm:t>
    </dgm:pt>
    <dgm:pt modelId="{D23F442A-F8CB-CC45-A021-8523DB675DAC}" type="sibTrans" cxnId="{FF77A6B0-E870-9E4A-AC67-15ED8403011C}">
      <dgm:prSet/>
      <dgm:spPr/>
      <dgm:t>
        <a:bodyPr/>
        <a:lstStyle/>
        <a:p>
          <a:endParaRPr lang="en-US"/>
        </a:p>
      </dgm:t>
    </dgm:pt>
    <dgm:pt modelId="{820D2708-D6CF-E945-8DC0-D0D49FEE7134}">
      <dgm:prSet phldrT="[Text]"/>
      <dgm:spPr/>
      <dgm:t>
        <a:bodyPr/>
        <a:lstStyle/>
        <a:p>
          <a:r>
            <a:rPr lang="en-US" dirty="0"/>
            <a:t>T</a:t>
          </a:r>
        </a:p>
      </dgm:t>
    </dgm:pt>
    <dgm:pt modelId="{9E6292AB-B394-004C-8DFA-B7F411D57403}" type="parTrans" cxnId="{DDF6A1CC-3991-8B41-BCCB-FC36D5FE905F}">
      <dgm:prSet/>
      <dgm:spPr/>
      <dgm:t>
        <a:bodyPr/>
        <a:lstStyle/>
        <a:p>
          <a:endParaRPr lang="en-US"/>
        </a:p>
      </dgm:t>
    </dgm:pt>
    <dgm:pt modelId="{C9C7644C-C7D4-1044-8E7F-A24E1733F8AD}" type="sibTrans" cxnId="{DDF6A1CC-3991-8B41-BCCB-FC36D5FE905F}">
      <dgm:prSet/>
      <dgm:spPr/>
      <dgm:t>
        <a:bodyPr/>
        <a:lstStyle/>
        <a:p>
          <a:endParaRPr lang="en-US"/>
        </a:p>
      </dgm:t>
    </dgm:pt>
    <dgm:pt modelId="{70D20801-2799-3B4D-B70B-E4FA22F8EB9E}">
      <dgm:prSet phldrT="[Text]"/>
      <dgm:spPr/>
      <dgm:t>
        <a:bodyPr/>
        <a:lstStyle/>
        <a:p>
          <a:r>
            <a:rPr lang="en-US" dirty="0"/>
            <a:t>S</a:t>
          </a:r>
        </a:p>
      </dgm:t>
    </dgm:pt>
    <dgm:pt modelId="{F0D95535-0DD1-5247-A070-D2D32798B9A4}" type="parTrans" cxnId="{E5755FD8-D0EE-F84A-B6B6-128D208B6996}">
      <dgm:prSet/>
      <dgm:spPr/>
      <dgm:t>
        <a:bodyPr/>
        <a:lstStyle/>
        <a:p>
          <a:endParaRPr lang="en-US"/>
        </a:p>
      </dgm:t>
    </dgm:pt>
    <dgm:pt modelId="{A3DC2E88-4264-154F-B056-6B318A4DE871}" type="sibTrans" cxnId="{E5755FD8-D0EE-F84A-B6B6-128D208B6996}">
      <dgm:prSet/>
      <dgm:spPr/>
      <dgm:t>
        <a:bodyPr/>
        <a:lstStyle/>
        <a:p>
          <a:endParaRPr lang="en-US"/>
        </a:p>
      </dgm:t>
    </dgm:pt>
    <dgm:pt modelId="{2F3067E9-F5FE-3F45-BA05-554D9AFAADE3}">
      <dgm:prSet phldrT="[Text]"/>
      <dgm:spPr/>
      <dgm:t>
        <a:bodyPr/>
        <a:lstStyle/>
        <a:p>
          <a:r>
            <a:rPr lang="en-US" dirty="0"/>
            <a:t>P</a:t>
          </a:r>
        </a:p>
      </dgm:t>
    </dgm:pt>
    <dgm:pt modelId="{5BD455D3-9429-7747-93E7-516469E5468C}" type="parTrans" cxnId="{4C887649-2BC3-1441-BA8B-A483A6AD8232}">
      <dgm:prSet/>
      <dgm:spPr/>
      <dgm:t>
        <a:bodyPr/>
        <a:lstStyle/>
        <a:p>
          <a:endParaRPr lang="en-US"/>
        </a:p>
      </dgm:t>
    </dgm:pt>
    <dgm:pt modelId="{49309E75-80EA-4042-B14B-853A9D7E333E}" type="sibTrans" cxnId="{4C887649-2BC3-1441-BA8B-A483A6AD8232}">
      <dgm:prSet/>
      <dgm:spPr/>
      <dgm:t>
        <a:bodyPr/>
        <a:lstStyle/>
        <a:p>
          <a:endParaRPr lang="en-US"/>
        </a:p>
      </dgm:t>
    </dgm:pt>
    <dgm:pt modelId="{2ABE75C6-1284-5041-82FB-9F38C51B4FEA}">
      <dgm:prSet phldrT="[Text]"/>
      <dgm:spPr/>
      <dgm:t>
        <a:bodyPr/>
        <a:lstStyle/>
        <a:p>
          <a:r>
            <a:rPr lang="en-US" dirty="0"/>
            <a:t>I</a:t>
          </a:r>
        </a:p>
      </dgm:t>
    </dgm:pt>
    <dgm:pt modelId="{11C9C942-C2B4-2949-9C23-B3C02752E650}" type="parTrans" cxnId="{0FE11D37-E740-9742-8F73-E452CD38E9C8}">
      <dgm:prSet/>
      <dgm:spPr/>
      <dgm:t>
        <a:bodyPr/>
        <a:lstStyle/>
        <a:p>
          <a:endParaRPr lang="en-US"/>
        </a:p>
      </dgm:t>
    </dgm:pt>
    <dgm:pt modelId="{1C4E13A0-2752-4B48-9053-339D6C3D7E7E}" type="sibTrans" cxnId="{0FE11D37-E740-9742-8F73-E452CD38E9C8}">
      <dgm:prSet/>
      <dgm:spPr/>
      <dgm:t>
        <a:bodyPr/>
        <a:lstStyle/>
        <a:p>
          <a:endParaRPr lang="en-US"/>
        </a:p>
      </dgm:t>
    </dgm:pt>
    <dgm:pt modelId="{0A0B7012-ECD1-4A4A-BE4D-9C25ECB4AF9C}">
      <dgm:prSet phldrT="[Text]"/>
      <dgm:spPr/>
      <dgm:t>
        <a:bodyPr/>
        <a:lstStyle/>
        <a:p>
          <a:r>
            <a:rPr lang="en-US" dirty="0"/>
            <a:t>technology</a:t>
          </a:r>
        </a:p>
      </dgm:t>
    </dgm:pt>
    <dgm:pt modelId="{DB2E59B8-F909-7A44-B12A-E368F29737BB}" type="parTrans" cxnId="{91E43909-2ABD-8246-BD7B-7E61E45AD3E0}">
      <dgm:prSet/>
      <dgm:spPr/>
      <dgm:t>
        <a:bodyPr/>
        <a:lstStyle/>
        <a:p>
          <a:endParaRPr lang="en-US"/>
        </a:p>
      </dgm:t>
    </dgm:pt>
    <dgm:pt modelId="{CCCDAAF6-0E6F-C540-A673-40F8C5AECA24}" type="sibTrans" cxnId="{91E43909-2ABD-8246-BD7B-7E61E45AD3E0}">
      <dgm:prSet/>
      <dgm:spPr/>
      <dgm:t>
        <a:bodyPr/>
        <a:lstStyle/>
        <a:p>
          <a:endParaRPr lang="en-US"/>
        </a:p>
      </dgm:t>
    </dgm:pt>
    <dgm:pt modelId="{F7988B7B-3535-A041-8C75-523F28D6182A}">
      <dgm:prSet phldrT="[Text]"/>
      <dgm:spPr/>
      <dgm:t>
        <a:bodyPr/>
        <a:lstStyle/>
        <a:p>
          <a:r>
            <a:rPr lang="en-US" dirty="0"/>
            <a:t>policy and practice</a:t>
          </a:r>
        </a:p>
      </dgm:t>
    </dgm:pt>
    <dgm:pt modelId="{E78F32A8-C206-6341-915C-53DB58B32146}" type="parTrans" cxnId="{CCFC6EA1-32FC-D14B-99A8-F694098EEEB9}">
      <dgm:prSet/>
      <dgm:spPr/>
      <dgm:t>
        <a:bodyPr/>
        <a:lstStyle/>
        <a:p>
          <a:endParaRPr lang="en-US"/>
        </a:p>
      </dgm:t>
    </dgm:pt>
    <dgm:pt modelId="{000EA499-77CB-344B-B5C7-0C861611093A}" type="sibTrans" cxnId="{CCFC6EA1-32FC-D14B-99A8-F694098EEEB9}">
      <dgm:prSet/>
      <dgm:spPr/>
      <dgm:t>
        <a:bodyPr/>
        <a:lstStyle/>
        <a:p>
          <a:endParaRPr lang="en-US"/>
        </a:p>
      </dgm:t>
    </dgm:pt>
    <dgm:pt modelId="{FF9DC30F-7C20-AA4A-B4C7-E453246FE859}">
      <dgm:prSet phldrT="[Text]"/>
      <dgm:spPr/>
      <dgm:t>
        <a:bodyPr/>
        <a:lstStyle/>
        <a:p>
          <a:r>
            <a:rPr lang="en-US" dirty="0"/>
            <a:t>training, education, and awareness</a:t>
          </a:r>
        </a:p>
      </dgm:t>
    </dgm:pt>
    <dgm:pt modelId="{9FEF695E-8621-7149-AC27-D0288575B0E0}" type="parTrans" cxnId="{D7289453-0504-1A44-A58C-45B30741263A}">
      <dgm:prSet/>
      <dgm:spPr/>
      <dgm:t>
        <a:bodyPr/>
        <a:lstStyle/>
        <a:p>
          <a:endParaRPr lang="en-US"/>
        </a:p>
      </dgm:t>
    </dgm:pt>
    <dgm:pt modelId="{62BEE41B-E040-2049-9441-E63681CC55E0}" type="sibTrans" cxnId="{D7289453-0504-1A44-A58C-45B30741263A}">
      <dgm:prSet/>
      <dgm:spPr/>
      <dgm:t>
        <a:bodyPr/>
        <a:lstStyle/>
        <a:p>
          <a:endParaRPr lang="en-US"/>
        </a:p>
      </dgm:t>
    </dgm:pt>
    <dgm:pt modelId="{31D4AA21-4891-5F4D-B7CE-DF3AE13C7FB8}" type="pres">
      <dgm:prSet presAssocID="{2135FB4E-C618-604E-99E9-34977B13F20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E8021AB-AD2E-7044-BE0E-AB848A4CC2BB}" type="pres">
      <dgm:prSet presAssocID="{DC7EA80E-2E46-FC46-B425-CCCB7C22AF25}" presName="root" presStyleCnt="0"/>
      <dgm:spPr/>
    </dgm:pt>
    <dgm:pt modelId="{6E624597-C359-C343-B46C-5E3F7AB53CB1}" type="pres">
      <dgm:prSet presAssocID="{DC7EA80E-2E46-FC46-B425-CCCB7C22AF25}" presName="rootComposite" presStyleCnt="0"/>
      <dgm:spPr/>
    </dgm:pt>
    <dgm:pt modelId="{916019C8-A727-554C-90B7-7835C734A21A}" type="pres">
      <dgm:prSet presAssocID="{DC7EA80E-2E46-FC46-B425-CCCB7C22AF25}" presName="rootText" presStyleLbl="node1" presStyleIdx="0" presStyleCnt="5"/>
      <dgm:spPr/>
    </dgm:pt>
    <dgm:pt modelId="{DE63A334-9506-AB4F-896B-E2AA3E5D0036}" type="pres">
      <dgm:prSet presAssocID="{DC7EA80E-2E46-FC46-B425-CCCB7C22AF25}" presName="rootConnector" presStyleLbl="node1" presStyleIdx="0" presStyleCnt="5"/>
      <dgm:spPr/>
    </dgm:pt>
    <dgm:pt modelId="{038AE1DC-7612-654D-8679-33900FC37411}" type="pres">
      <dgm:prSet presAssocID="{DC7EA80E-2E46-FC46-B425-CCCB7C22AF25}" presName="childShape" presStyleCnt="0"/>
      <dgm:spPr/>
    </dgm:pt>
    <dgm:pt modelId="{C23D5EA2-299B-9446-85C1-67C56235FC76}" type="pres">
      <dgm:prSet presAssocID="{F141C546-2D72-3B4D-81B8-94FCE0359DF0}" presName="Name13" presStyleLbl="parChTrans1D2" presStyleIdx="0" presStyleCnt="20"/>
      <dgm:spPr/>
    </dgm:pt>
    <dgm:pt modelId="{052AC643-8799-9542-803D-36B676D57714}" type="pres">
      <dgm:prSet presAssocID="{B153559C-B0EA-DE48-8AEF-881819D26B9A}" presName="childText" presStyleLbl="bgAcc1" presStyleIdx="0" presStyleCnt="20">
        <dgm:presLayoutVars>
          <dgm:bulletEnabled val="1"/>
        </dgm:presLayoutVars>
      </dgm:prSet>
      <dgm:spPr/>
    </dgm:pt>
    <dgm:pt modelId="{9C78B427-5A33-B547-A92D-42F042E91C2B}" type="pres">
      <dgm:prSet presAssocID="{3F4AF2E5-4102-0341-95CF-F0DCB6F40473}" presName="Name13" presStyleLbl="parChTrans1D2" presStyleIdx="1" presStyleCnt="20"/>
      <dgm:spPr/>
    </dgm:pt>
    <dgm:pt modelId="{C80A2A4E-7C37-3142-A3AE-4DB283A605E7}" type="pres">
      <dgm:prSet presAssocID="{169C43AF-6604-BC4B-A509-1B48A2A68B77}" presName="childText" presStyleLbl="bgAcc1" presStyleIdx="1" presStyleCnt="20">
        <dgm:presLayoutVars>
          <dgm:bulletEnabled val="1"/>
        </dgm:presLayoutVars>
      </dgm:prSet>
      <dgm:spPr/>
    </dgm:pt>
    <dgm:pt modelId="{DDE24BC3-4978-494B-A976-E8E78DB1DFFA}" type="pres">
      <dgm:prSet presAssocID="{87A65CCD-6577-7245-93FB-C76060D8252F}" presName="Name13" presStyleLbl="parChTrans1D2" presStyleIdx="2" presStyleCnt="20"/>
      <dgm:spPr/>
    </dgm:pt>
    <dgm:pt modelId="{32C8F995-631C-B84A-AFB2-822875E26991}" type="pres">
      <dgm:prSet presAssocID="{DAA35038-984A-DA4D-93C7-E0D22C73331A}" presName="childText" presStyleLbl="bgAcc1" presStyleIdx="2" presStyleCnt="20">
        <dgm:presLayoutVars>
          <dgm:bulletEnabled val="1"/>
        </dgm:presLayoutVars>
      </dgm:prSet>
      <dgm:spPr/>
    </dgm:pt>
    <dgm:pt modelId="{8944C30A-34C7-F247-86BA-2CF905A12C7D}" type="pres">
      <dgm:prSet presAssocID="{6CB80A4B-3078-0B42-87BF-4B49F4076EE3}" presName="Name13" presStyleLbl="parChTrans1D2" presStyleIdx="3" presStyleCnt="20"/>
      <dgm:spPr/>
    </dgm:pt>
    <dgm:pt modelId="{D8800CA9-8C3F-E647-81C5-6A38C8D2C033}" type="pres">
      <dgm:prSet presAssocID="{C84F0F39-F5E9-7545-82E0-C9DB5F8B5F77}" presName="childText" presStyleLbl="bgAcc1" presStyleIdx="3" presStyleCnt="20">
        <dgm:presLayoutVars>
          <dgm:bulletEnabled val="1"/>
        </dgm:presLayoutVars>
      </dgm:prSet>
      <dgm:spPr/>
    </dgm:pt>
    <dgm:pt modelId="{AC75581C-999A-7741-A9D1-B8E4BB19C511}" type="pres">
      <dgm:prSet presAssocID="{CCBD50E4-A7A2-644C-AD9B-3F4ACE77A0EA}" presName="root" presStyleCnt="0"/>
      <dgm:spPr/>
    </dgm:pt>
    <dgm:pt modelId="{3F072A83-A31A-B94A-B21D-9B2285E987A0}" type="pres">
      <dgm:prSet presAssocID="{CCBD50E4-A7A2-644C-AD9B-3F4ACE77A0EA}" presName="rootComposite" presStyleCnt="0"/>
      <dgm:spPr/>
    </dgm:pt>
    <dgm:pt modelId="{55FD3B84-0773-D943-9999-F0A86C5CE1D5}" type="pres">
      <dgm:prSet presAssocID="{CCBD50E4-A7A2-644C-AD9B-3F4ACE77A0EA}" presName="rootText" presStyleLbl="node1" presStyleIdx="1" presStyleCnt="5"/>
      <dgm:spPr/>
    </dgm:pt>
    <dgm:pt modelId="{E54D3718-2954-6448-9CA2-3A535BC3D617}" type="pres">
      <dgm:prSet presAssocID="{CCBD50E4-A7A2-644C-AD9B-3F4ACE77A0EA}" presName="rootConnector" presStyleLbl="node1" presStyleIdx="1" presStyleCnt="5"/>
      <dgm:spPr/>
    </dgm:pt>
    <dgm:pt modelId="{D71D10E9-88E3-BE43-B130-08A13B245CE1}" type="pres">
      <dgm:prSet presAssocID="{CCBD50E4-A7A2-644C-AD9B-3F4ACE77A0EA}" presName="childShape" presStyleCnt="0"/>
      <dgm:spPr/>
    </dgm:pt>
    <dgm:pt modelId="{6B0A82AB-E4A9-5D43-8381-D79A8A0B377F}" type="pres">
      <dgm:prSet presAssocID="{21136B76-7608-C045-9920-A799F5F2EFD5}" presName="Name13" presStyleLbl="parChTrans1D2" presStyleIdx="4" presStyleCnt="20"/>
      <dgm:spPr/>
    </dgm:pt>
    <dgm:pt modelId="{E297079C-9FE7-DE43-BDCA-151D31B3EBA5}" type="pres">
      <dgm:prSet presAssocID="{34BE5C0B-FE6C-5041-87F8-306549559A1A}" presName="childText" presStyleLbl="bgAcc1" presStyleIdx="4" presStyleCnt="20">
        <dgm:presLayoutVars>
          <dgm:bulletEnabled val="1"/>
        </dgm:presLayoutVars>
      </dgm:prSet>
      <dgm:spPr/>
    </dgm:pt>
    <dgm:pt modelId="{414863C7-10AA-6D41-96D7-D850E71624E4}" type="pres">
      <dgm:prSet presAssocID="{EE01F73A-9E8F-FB41-B945-17F470B74571}" presName="Name13" presStyleLbl="parChTrans1D2" presStyleIdx="5" presStyleCnt="20"/>
      <dgm:spPr/>
    </dgm:pt>
    <dgm:pt modelId="{7033BBA1-9BB0-AD42-8009-45A075832406}" type="pres">
      <dgm:prSet presAssocID="{A073B0C2-E842-4940-A93C-3943082F8667}" presName="childText" presStyleLbl="bgAcc1" presStyleIdx="5" presStyleCnt="20">
        <dgm:presLayoutVars>
          <dgm:bulletEnabled val="1"/>
        </dgm:presLayoutVars>
      </dgm:prSet>
      <dgm:spPr/>
    </dgm:pt>
    <dgm:pt modelId="{BBE766D6-393A-8343-81FF-67B438F838DA}" type="pres">
      <dgm:prSet presAssocID="{ABC60ECF-D0BB-DC4C-A82C-077B297CF78F}" presName="Name13" presStyleLbl="parChTrans1D2" presStyleIdx="6" presStyleCnt="20"/>
      <dgm:spPr/>
    </dgm:pt>
    <dgm:pt modelId="{E4E38B12-EF79-D84E-A9C7-D769A3300BE3}" type="pres">
      <dgm:prSet presAssocID="{2F19E01E-825F-DC4F-ADC2-A231BC1BA272}" presName="childText" presStyleLbl="bgAcc1" presStyleIdx="6" presStyleCnt="20">
        <dgm:presLayoutVars>
          <dgm:bulletEnabled val="1"/>
        </dgm:presLayoutVars>
      </dgm:prSet>
      <dgm:spPr/>
    </dgm:pt>
    <dgm:pt modelId="{344B332E-9223-894E-82B5-8C26660F7825}" type="pres">
      <dgm:prSet presAssocID="{AE50C9FC-D6E8-5443-9F59-9E5C279851EF}" presName="Name13" presStyleLbl="parChTrans1D2" presStyleIdx="7" presStyleCnt="20"/>
      <dgm:spPr/>
    </dgm:pt>
    <dgm:pt modelId="{1CAA23D2-B509-4B45-A731-A0D192A1FC9A}" type="pres">
      <dgm:prSet presAssocID="{6F090CB9-314C-BC4F-8592-EB05536489E6}" presName="childText" presStyleLbl="bgAcc1" presStyleIdx="7" presStyleCnt="20">
        <dgm:presLayoutVars>
          <dgm:bulletEnabled val="1"/>
        </dgm:presLayoutVars>
      </dgm:prSet>
      <dgm:spPr/>
    </dgm:pt>
    <dgm:pt modelId="{8A18DC77-C01E-6040-8E97-93ED8A214399}" type="pres">
      <dgm:prSet presAssocID="{60C79697-D05E-5E40-BCAC-C1127595BD37}" presName="root" presStyleCnt="0"/>
      <dgm:spPr/>
    </dgm:pt>
    <dgm:pt modelId="{C0548A18-4737-A14E-9614-8C99D5344AFC}" type="pres">
      <dgm:prSet presAssocID="{60C79697-D05E-5E40-BCAC-C1127595BD37}" presName="rootComposite" presStyleCnt="0"/>
      <dgm:spPr/>
    </dgm:pt>
    <dgm:pt modelId="{07A7A394-887B-FA4B-8055-7F02E8B458C0}" type="pres">
      <dgm:prSet presAssocID="{60C79697-D05E-5E40-BCAC-C1127595BD37}" presName="rootText" presStyleLbl="node1" presStyleIdx="2" presStyleCnt="5"/>
      <dgm:spPr/>
    </dgm:pt>
    <dgm:pt modelId="{A24B0DB6-0F7D-CA44-8460-4C81565D508D}" type="pres">
      <dgm:prSet presAssocID="{60C79697-D05E-5E40-BCAC-C1127595BD37}" presName="rootConnector" presStyleLbl="node1" presStyleIdx="2" presStyleCnt="5"/>
      <dgm:spPr/>
    </dgm:pt>
    <dgm:pt modelId="{650CFFD8-9939-7D42-BF7D-96D6B790C96E}" type="pres">
      <dgm:prSet presAssocID="{60C79697-D05E-5E40-BCAC-C1127595BD37}" presName="childShape" presStyleCnt="0"/>
      <dgm:spPr/>
    </dgm:pt>
    <dgm:pt modelId="{6F0A1347-DB7E-B248-BFCA-5C7523BBE2AF}" type="pres">
      <dgm:prSet presAssocID="{1DA7ADF2-4DD1-5445-9848-7EE30128E5E8}" presName="Name13" presStyleLbl="parChTrans1D2" presStyleIdx="8" presStyleCnt="20"/>
      <dgm:spPr/>
    </dgm:pt>
    <dgm:pt modelId="{60938360-CEC6-2546-AC5C-493B37165F69}" type="pres">
      <dgm:prSet presAssocID="{4A06FE6F-3ECA-6748-B2E1-04733DB363AD}" presName="childText" presStyleLbl="bgAcc1" presStyleIdx="8" presStyleCnt="20">
        <dgm:presLayoutVars>
          <dgm:bulletEnabled val="1"/>
        </dgm:presLayoutVars>
      </dgm:prSet>
      <dgm:spPr/>
    </dgm:pt>
    <dgm:pt modelId="{21811656-B614-0543-B54D-2710AF7AA666}" type="pres">
      <dgm:prSet presAssocID="{572F2BFE-0130-3F4C-B685-358A3779C0F5}" presName="Name13" presStyleLbl="parChTrans1D2" presStyleIdx="9" presStyleCnt="20"/>
      <dgm:spPr/>
    </dgm:pt>
    <dgm:pt modelId="{E15D1163-4A81-8644-8690-95BBDCD32B76}" type="pres">
      <dgm:prSet presAssocID="{10B8CDA6-0F75-764F-81D6-E61FA75169B1}" presName="childText" presStyleLbl="bgAcc1" presStyleIdx="9" presStyleCnt="20">
        <dgm:presLayoutVars>
          <dgm:bulletEnabled val="1"/>
        </dgm:presLayoutVars>
      </dgm:prSet>
      <dgm:spPr/>
    </dgm:pt>
    <dgm:pt modelId="{685A4F4F-5BF2-304E-BF9B-483328738968}" type="pres">
      <dgm:prSet presAssocID="{E938A842-B967-6240-935E-646C0FC2F4DC}" presName="Name13" presStyleLbl="parChTrans1D2" presStyleIdx="10" presStyleCnt="20"/>
      <dgm:spPr/>
    </dgm:pt>
    <dgm:pt modelId="{08362F44-3E8A-5443-9EFF-A8BE5F6E5B00}" type="pres">
      <dgm:prSet presAssocID="{352D8F6C-7CED-8C4D-BADD-16DF8542316E}" presName="childText" presStyleLbl="bgAcc1" presStyleIdx="10" presStyleCnt="20">
        <dgm:presLayoutVars>
          <dgm:bulletEnabled val="1"/>
        </dgm:presLayoutVars>
      </dgm:prSet>
      <dgm:spPr/>
    </dgm:pt>
    <dgm:pt modelId="{8BBFB7FE-7C1C-E245-A319-7D414B64D469}" type="pres">
      <dgm:prSet presAssocID="{B82860F6-ABB3-474C-B5A3-8499E3B45AB9}" presName="Name13" presStyleLbl="parChTrans1D2" presStyleIdx="11" presStyleCnt="20"/>
      <dgm:spPr/>
    </dgm:pt>
    <dgm:pt modelId="{D127767F-83AC-9C40-9160-92B97CBC1476}" type="pres">
      <dgm:prSet presAssocID="{CDBA6977-5718-B44D-8977-7497B20F74C8}" presName="childText" presStyleLbl="bgAcc1" presStyleIdx="11" presStyleCnt="20">
        <dgm:presLayoutVars>
          <dgm:bulletEnabled val="1"/>
        </dgm:presLayoutVars>
      </dgm:prSet>
      <dgm:spPr/>
    </dgm:pt>
    <dgm:pt modelId="{6B60C71A-104C-C842-BDAE-0846FAD6FE4D}" type="pres">
      <dgm:prSet presAssocID="{D76BF286-D7A6-844E-9731-F80D02EBDB30}" presName="root" presStyleCnt="0"/>
      <dgm:spPr/>
    </dgm:pt>
    <dgm:pt modelId="{6F6A69B0-E5BE-8D4F-82AE-031FA474F50D}" type="pres">
      <dgm:prSet presAssocID="{D76BF286-D7A6-844E-9731-F80D02EBDB30}" presName="rootComposite" presStyleCnt="0"/>
      <dgm:spPr/>
    </dgm:pt>
    <dgm:pt modelId="{0654B419-6DF8-C64E-8163-8A0A09CE39E8}" type="pres">
      <dgm:prSet presAssocID="{D76BF286-D7A6-844E-9731-F80D02EBDB30}" presName="rootText" presStyleLbl="node1" presStyleIdx="3" presStyleCnt="5"/>
      <dgm:spPr/>
    </dgm:pt>
    <dgm:pt modelId="{0CDBF109-4AB8-7645-AB6C-22D7D7023379}" type="pres">
      <dgm:prSet presAssocID="{D76BF286-D7A6-844E-9731-F80D02EBDB30}" presName="rootConnector" presStyleLbl="node1" presStyleIdx="3" presStyleCnt="5"/>
      <dgm:spPr/>
    </dgm:pt>
    <dgm:pt modelId="{6D4FC837-0CCE-9D49-A965-94DD4BFBA4EE}" type="pres">
      <dgm:prSet presAssocID="{D76BF286-D7A6-844E-9731-F80D02EBDB30}" presName="childShape" presStyleCnt="0"/>
      <dgm:spPr/>
    </dgm:pt>
    <dgm:pt modelId="{90E206C3-D8F3-8E4D-8B9B-0C2F4ED70424}" type="pres">
      <dgm:prSet presAssocID="{7C42CFFF-5C36-104F-9C5C-1E8F02B4A1B7}" presName="Name13" presStyleLbl="parChTrans1D2" presStyleIdx="12" presStyleCnt="20"/>
      <dgm:spPr/>
    </dgm:pt>
    <dgm:pt modelId="{7FD63DED-0D3D-284E-BDBC-3500C65409D0}" type="pres">
      <dgm:prSet presAssocID="{94C59B53-AD82-7143-967A-6E622BD11675}" presName="childText" presStyleLbl="bgAcc1" presStyleIdx="12" presStyleCnt="20">
        <dgm:presLayoutVars>
          <dgm:bulletEnabled val="1"/>
        </dgm:presLayoutVars>
      </dgm:prSet>
      <dgm:spPr/>
    </dgm:pt>
    <dgm:pt modelId="{E3F3180B-FB98-144C-8E8A-480C143FDA2C}" type="pres">
      <dgm:prSet presAssocID="{E2B86F9E-C666-7D43-ACB1-D72E2F48EDBC}" presName="Name13" presStyleLbl="parChTrans1D2" presStyleIdx="13" presStyleCnt="20"/>
      <dgm:spPr/>
    </dgm:pt>
    <dgm:pt modelId="{0A25FABF-FB14-E049-8484-CDD8956E2DF1}" type="pres">
      <dgm:prSet presAssocID="{15195961-F22E-324D-A2CD-02DBFB343B09}" presName="childText" presStyleLbl="bgAcc1" presStyleIdx="13" presStyleCnt="20">
        <dgm:presLayoutVars>
          <dgm:bulletEnabled val="1"/>
        </dgm:presLayoutVars>
      </dgm:prSet>
      <dgm:spPr/>
    </dgm:pt>
    <dgm:pt modelId="{B1BC8B06-E9FD-834B-BFEE-6C037ADD297C}" type="pres">
      <dgm:prSet presAssocID="{4372DBE2-D890-5444-8D20-A4A01335B2EB}" presName="Name13" presStyleLbl="parChTrans1D2" presStyleIdx="14" presStyleCnt="20"/>
      <dgm:spPr/>
    </dgm:pt>
    <dgm:pt modelId="{786A769E-F559-364A-B759-BC1DA06040E5}" type="pres">
      <dgm:prSet presAssocID="{557054BC-0837-004E-811D-78492375AC4D}" presName="childText" presStyleLbl="bgAcc1" presStyleIdx="14" presStyleCnt="20">
        <dgm:presLayoutVars>
          <dgm:bulletEnabled val="1"/>
        </dgm:presLayoutVars>
      </dgm:prSet>
      <dgm:spPr/>
    </dgm:pt>
    <dgm:pt modelId="{E77DA5FA-A006-1F40-9C15-13FA2DE64B89}" type="pres">
      <dgm:prSet presAssocID="{13D5839F-E180-BC49-AB1F-A9C0909A19B8}" presName="Name13" presStyleLbl="parChTrans1D2" presStyleIdx="15" presStyleCnt="20"/>
      <dgm:spPr/>
    </dgm:pt>
    <dgm:pt modelId="{7AE66D08-FB88-0047-89DC-B50962F9685D}" type="pres">
      <dgm:prSet presAssocID="{E182ABBF-4B74-1047-9ADA-316F34D8832F}" presName="childText" presStyleLbl="bgAcc1" presStyleIdx="15" presStyleCnt="20">
        <dgm:presLayoutVars>
          <dgm:bulletEnabled val="1"/>
        </dgm:presLayoutVars>
      </dgm:prSet>
      <dgm:spPr/>
    </dgm:pt>
    <dgm:pt modelId="{33367BD3-B90F-934F-926D-036E7A9406D5}" type="pres">
      <dgm:prSet presAssocID="{0AA2C5CD-3500-2047-99AA-233C06DB1029}" presName="root" presStyleCnt="0"/>
      <dgm:spPr/>
    </dgm:pt>
    <dgm:pt modelId="{1CFA741A-6E3E-9243-BAC4-625A209A27C4}" type="pres">
      <dgm:prSet presAssocID="{0AA2C5CD-3500-2047-99AA-233C06DB1029}" presName="rootComposite" presStyleCnt="0"/>
      <dgm:spPr/>
    </dgm:pt>
    <dgm:pt modelId="{D62264D5-3EC3-DF4B-A32E-A85A2F86C74F}" type="pres">
      <dgm:prSet presAssocID="{0AA2C5CD-3500-2047-99AA-233C06DB1029}" presName="rootText" presStyleLbl="node1" presStyleIdx="4" presStyleCnt="5"/>
      <dgm:spPr/>
    </dgm:pt>
    <dgm:pt modelId="{6C82F194-CFA9-A146-8765-6DD2014C7831}" type="pres">
      <dgm:prSet presAssocID="{0AA2C5CD-3500-2047-99AA-233C06DB1029}" presName="rootConnector" presStyleLbl="node1" presStyleIdx="4" presStyleCnt="5"/>
      <dgm:spPr/>
    </dgm:pt>
    <dgm:pt modelId="{639F2784-DB98-9F40-AAC4-45B4D8C3F39C}" type="pres">
      <dgm:prSet presAssocID="{0AA2C5CD-3500-2047-99AA-233C06DB1029}" presName="childShape" presStyleCnt="0"/>
      <dgm:spPr/>
    </dgm:pt>
    <dgm:pt modelId="{13F8A6C8-3895-3C41-99B1-B1773D5EEE00}" type="pres">
      <dgm:prSet presAssocID="{9E6292AB-B394-004C-8DFA-B7F411D57403}" presName="Name13" presStyleLbl="parChTrans1D2" presStyleIdx="16" presStyleCnt="20"/>
      <dgm:spPr/>
    </dgm:pt>
    <dgm:pt modelId="{89C87B13-49C2-4744-9B1C-3DD44B4B252E}" type="pres">
      <dgm:prSet presAssocID="{820D2708-D6CF-E945-8DC0-D0D49FEE7134}" presName="childText" presStyleLbl="bgAcc1" presStyleIdx="16" presStyleCnt="20">
        <dgm:presLayoutVars>
          <dgm:bulletEnabled val="1"/>
        </dgm:presLayoutVars>
      </dgm:prSet>
      <dgm:spPr/>
    </dgm:pt>
    <dgm:pt modelId="{32A80EF0-388D-294E-BB2F-E4B5A8C140E0}" type="pres">
      <dgm:prSet presAssocID="{F0D95535-0DD1-5247-A070-D2D32798B9A4}" presName="Name13" presStyleLbl="parChTrans1D2" presStyleIdx="17" presStyleCnt="20"/>
      <dgm:spPr/>
    </dgm:pt>
    <dgm:pt modelId="{E04DE236-0903-7544-AF4A-BAF2DF2085D1}" type="pres">
      <dgm:prSet presAssocID="{70D20801-2799-3B4D-B70B-E4FA22F8EB9E}" presName="childText" presStyleLbl="bgAcc1" presStyleIdx="17" presStyleCnt="20">
        <dgm:presLayoutVars>
          <dgm:bulletEnabled val="1"/>
        </dgm:presLayoutVars>
      </dgm:prSet>
      <dgm:spPr/>
    </dgm:pt>
    <dgm:pt modelId="{0E21BB35-34FE-3E4B-8764-A13FBB3A7CDB}" type="pres">
      <dgm:prSet presAssocID="{5BD455D3-9429-7747-93E7-516469E5468C}" presName="Name13" presStyleLbl="parChTrans1D2" presStyleIdx="18" presStyleCnt="20"/>
      <dgm:spPr/>
    </dgm:pt>
    <dgm:pt modelId="{3A6A2DE3-627F-E14A-A49D-F1615919C4EB}" type="pres">
      <dgm:prSet presAssocID="{2F3067E9-F5FE-3F45-BA05-554D9AFAADE3}" presName="childText" presStyleLbl="bgAcc1" presStyleIdx="18" presStyleCnt="20">
        <dgm:presLayoutVars>
          <dgm:bulletEnabled val="1"/>
        </dgm:presLayoutVars>
      </dgm:prSet>
      <dgm:spPr/>
    </dgm:pt>
    <dgm:pt modelId="{34116F9E-AF40-6249-A612-284B13E6BEA6}" type="pres">
      <dgm:prSet presAssocID="{11C9C942-C2B4-2949-9C23-B3C02752E650}" presName="Name13" presStyleLbl="parChTrans1D2" presStyleIdx="19" presStyleCnt="20"/>
      <dgm:spPr/>
    </dgm:pt>
    <dgm:pt modelId="{550067A6-495D-3141-A278-9AE8C7F09F5A}" type="pres">
      <dgm:prSet presAssocID="{2ABE75C6-1284-5041-82FB-9F38C51B4FEA}" presName="childText" presStyleLbl="bgAcc1" presStyleIdx="19" presStyleCnt="20">
        <dgm:presLayoutVars>
          <dgm:bulletEnabled val="1"/>
        </dgm:presLayoutVars>
      </dgm:prSet>
      <dgm:spPr/>
    </dgm:pt>
  </dgm:ptLst>
  <dgm:cxnLst>
    <dgm:cxn modelId="{B51E1601-19EC-4349-8AFD-9925F7D00A68}" type="presOf" srcId="{2F3067E9-F5FE-3F45-BA05-554D9AFAADE3}" destId="{3A6A2DE3-627F-E14A-A49D-F1615919C4EB}" srcOrd="0" destOrd="0" presId="urn:microsoft.com/office/officeart/2005/8/layout/hierarchy3"/>
    <dgm:cxn modelId="{6B4D1F03-0CBC-8843-BB77-BA1B09FBC0AF}" srcId="{2135FB4E-C618-604E-99E9-34977B13F202}" destId="{60C79697-D05E-5E40-BCAC-C1127595BD37}" srcOrd="2" destOrd="0" parTransId="{A28E7D12-6D0B-2848-B62E-EF1FB54103F4}" sibTransId="{6D1260AD-E87E-464C-81E5-29B0D2FC9607}"/>
    <dgm:cxn modelId="{251C6C03-4DB6-6C4C-9A63-5C5302D18049}" type="presOf" srcId="{5BD455D3-9429-7747-93E7-516469E5468C}" destId="{0E21BB35-34FE-3E4B-8764-A13FBB3A7CDB}" srcOrd="0" destOrd="0" presId="urn:microsoft.com/office/officeart/2005/8/layout/hierarchy3"/>
    <dgm:cxn modelId="{91E43909-2ABD-8246-BD7B-7E61E45AD3E0}" srcId="{B153559C-B0EA-DE48-8AEF-881819D26B9A}" destId="{0A0B7012-ECD1-4A4A-BE4D-9C25ECB4AF9C}" srcOrd="0" destOrd="0" parTransId="{DB2E59B8-F909-7A44-B12A-E368F29737BB}" sibTransId="{CCCDAAF6-0E6F-C540-A673-40F8C5AECA24}"/>
    <dgm:cxn modelId="{CE724A13-39FC-8448-AFC2-CDB2D2DF7136}" type="presOf" srcId="{B82860F6-ABB3-474C-B5A3-8499E3B45AB9}" destId="{8BBFB7FE-7C1C-E245-A319-7D414B64D469}" srcOrd="0" destOrd="0" presId="urn:microsoft.com/office/officeart/2005/8/layout/hierarchy3"/>
    <dgm:cxn modelId="{36A0E313-6C0E-2B47-965C-88DD1006FBEE}" type="presOf" srcId="{2F19E01E-825F-DC4F-ADC2-A231BC1BA272}" destId="{E4E38B12-EF79-D84E-A9C7-D769A3300BE3}" srcOrd="0" destOrd="0" presId="urn:microsoft.com/office/officeart/2005/8/layout/hierarchy3"/>
    <dgm:cxn modelId="{32512C16-50AB-BD4F-A099-BC71B905C605}" type="presOf" srcId="{2ABE75C6-1284-5041-82FB-9F38C51B4FEA}" destId="{550067A6-495D-3141-A278-9AE8C7F09F5A}" srcOrd="0" destOrd="0" presId="urn:microsoft.com/office/officeart/2005/8/layout/hierarchy3"/>
    <dgm:cxn modelId="{71A13C17-C314-5144-9CA1-F4873FD3E992}" type="presOf" srcId="{10B8CDA6-0F75-764F-81D6-E61FA75169B1}" destId="{E15D1163-4A81-8644-8690-95BBDCD32B76}" srcOrd="0" destOrd="0" presId="urn:microsoft.com/office/officeart/2005/8/layout/hierarchy3"/>
    <dgm:cxn modelId="{7256211B-8F1A-FC4A-9C37-801DF30FDDBD}" type="presOf" srcId="{AE50C9FC-D6E8-5443-9F59-9E5C279851EF}" destId="{344B332E-9223-894E-82B5-8C26660F7825}" srcOrd="0" destOrd="0" presId="urn:microsoft.com/office/officeart/2005/8/layout/hierarchy3"/>
    <dgm:cxn modelId="{22AC751B-7A4A-5D4A-8E64-43FB230E9B6D}" type="presOf" srcId="{6CB80A4B-3078-0B42-87BF-4B49F4076EE3}" destId="{8944C30A-34C7-F247-86BA-2CF905A12C7D}" srcOrd="0" destOrd="0" presId="urn:microsoft.com/office/officeart/2005/8/layout/hierarchy3"/>
    <dgm:cxn modelId="{6ABD831F-5764-B245-B167-3B320A1FB532}" srcId="{60C79697-D05E-5E40-BCAC-C1127595BD37}" destId="{CDBA6977-5718-B44D-8977-7497B20F74C8}" srcOrd="3" destOrd="0" parTransId="{B82860F6-ABB3-474C-B5A3-8499E3B45AB9}" sibTransId="{30391B7F-4DCA-6645-99BE-5C6EF6635004}"/>
    <dgm:cxn modelId="{E439A224-278D-C448-8B75-9CFC037764BD}" type="presOf" srcId="{D76BF286-D7A6-844E-9731-F80D02EBDB30}" destId="{0654B419-6DF8-C64E-8163-8A0A09CE39E8}" srcOrd="0" destOrd="0" presId="urn:microsoft.com/office/officeart/2005/8/layout/hierarchy3"/>
    <dgm:cxn modelId="{81159426-878E-D649-AD6D-39D56D184987}" type="presOf" srcId="{11C9C942-C2B4-2949-9C23-B3C02752E650}" destId="{34116F9E-AF40-6249-A612-284B13E6BEA6}" srcOrd="0" destOrd="0" presId="urn:microsoft.com/office/officeart/2005/8/layout/hierarchy3"/>
    <dgm:cxn modelId="{EF45B026-5EDC-0D4B-989B-C943707D6DC3}" srcId="{60C79697-D05E-5E40-BCAC-C1127595BD37}" destId="{352D8F6C-7CED-8C4D-BADD-16DF8542316E}" srcOrd="2" destOrd="0" parTransId="{E938A842-B967-6240-935E-646C0FC2F4DC}" sibTransId="{B52375AE-30B0-5443-A75C-A6BF473CDC01}"/>
    <dgm:cxn modelId="{A69BCE26-488A-DA40-8B53-9DF0D629177F}" srcId="{2135FB4E-C618-604E-99E9-34977B13F202}" destId="{DC7EA80E-2E46-FC46-B425-CCCB7C22AF25}" srcOrd="0" destOrd="0" parTransId="{4A99D5D9-4DFE-CB41-97B3-0A24D7127501}" sibTransId="{722E26D5-1A43-264E-ADB7-30BF6D08B7EA}"/>
    <dgm:cxn modelId="{B8CED228-81E8-F54E-827D-0A9B92F38339}" type="presOf" srcId="{1DA7ADF2-4DD1-5445-9848-7EE30128E5E8}" destId="{6F0A1347-DB7E-B248-BFCA-5C7523BBE2AF}" srcOrd="0" destOrd="0" presId="urn:microsoft.com/office/officeart/2005/8/layout/hierarchy3"/>
    <dgm:cxn modelId="{53B42D2A-5CB3-F74F-B418-51CCB507115F}" srcId="{2135FB4E-C618-604E-99E9-34977B13F202}" destId="{0AA2C5CD-3500-2047-99AA-233C06DB1029}" srcOrd="4" destOrd="0" parTransId="{3E1ED597-A4F0-9047-8E85-C954F9E6CF1F}" sibTransId="{F0EB376E-5E36-5542-920A-0C8D8312B04E}"/>
    <dgm:cxn modelId="{D797DA2B-DC17-9549-A256-20673F25A097}" type="presOf" srcId="{60C79697-D05E-5E40-BCAC-C1127595BD37}" destId="{07A7A394-887B-FA4B-8055-7F02E8B458C0}" srcOrd="0" destOrd="0" presId="urn:microsoft.com/office/officeart/2005/8/layout/hierarchy3"/>
    <dgm:cxn modelId="{7708E72E-DB70-2242-823A-1AC0BA3ECEFB}" type="presOf" srcId="{0AA2C5CD-3500-2047-99AA-233C06DB1029}" destId="{6C82F194-CFA9-A146-8765-6DD2014C7831}" srcOrd="1" destOrd="0" presId="urn:microsoft.com/office/officeart/2005/8/layout/hierarchy3"/>
    <dgm:cxn modelId="{0FE11D37-E740-9742-8F73-E452CD38E9C8}" srcId="{0AA2C5CD-3500-2047-99AA-233C06DB1029}" destId="{2ABE75C6-1284-5041-82FB-9F38C51B4FEA}" srcOrd="3" destOrd="0" parTransId="{11C9C942-C2B4-2949-9C23-B3C02752E650}" sibTransId="{1C4E13A0-2752-4B48-9053-339D6C3D7E7E}"/>
    <dgm:cxn modelId="{DCA11A42-3A9A-5D41-A989-5AF8425FC84D}" srcId="{CCBD50E4-A7A2-644C-AD9B-3F4ACE77A0EA}" destId="{6F090CB9-314C-BC4F-8592-EB05536489E6}" srcOrd="3" destOrd="0" parTransId="{AE50C9FC-D6E8-5443-9F59-9E5C279851EF}" sibTransId="{9A56B522-BF02-ED40-AF44-F3DC6A75FFE9}"/>
    <dgm:cxn modelId="{CD07D543-69A0-A744-8315-2C4FC81C82E5}" type="presOf" srcId="{B153559C-B0EA-DE48-8AEF-881819D26B9A}" destId="{052AC643-8799-9542-803D-36B676D57714}" srcOrd="0" destOrd="0" presId="urn:microsoft.com/office/officeart/2005/8/layout/hierarchy3"/>
    <dgm:cxn modelId="{7F0E9247-1818-6E49-A60C-2F4B3CCBFFFA}" type="presOf" srcId="{3F4AF2E5-4102-0341-95CF-F0DCB6F40473}" destId="{9C78B427-5A33-B547-A92D-42F042E91C2B}" srcOrd="0" destOrd="0" presId="urn:microsoft.com/office/officeart/2005/8/layout/hierarchy3"/>
    <dgm:cxn modelId="{4C887649-2BC3-1441-BA8B-A483A6AD8232}" srcId="{0AA2C5CD-3500-2047-99AA-233C06DB1029}" destId="{2F3067E9-F5FE-3F45-BA05-554D9AFAADE3}" srcOrd="2" destOrd="0" parTransId="{5BD455D3-9429-7747-93E7-516469E5468C}" sibTransId="{49309E75-80EA-4042-B14B-853A9D7E333E}"/>
    <dgm:cxn modelId="{F67AEF4C-992F-FB49-83E0-704B309ABCBD}" type="presOf" srcId="{F141C546-2D72-3B4D-81B8-94FCE0359DF0}" destId="{C23D5EA2-299B-9446-85C1-67C56235FC76}" srcOrd="0" destOrd="0" presId="urn:microsoft.com/office/officeart/2005/8/layout/hierarchy3"/>
    <dgm:cxn modelId="{C1CB8E52-4347-B940-A934-95010B6A7F49}" type="presOf" srcId="{60C79697-D05E-5E40-BCAC-C1127595BD37}" destId="{A24B0DB6-0F7D-CA44-8460-4C81565D508D}" srcOrd="1" destOrd="0" presId="urn:microsoft.com/office/officeart/2005/8/layout/hierarchy3"/>
    <dgm:cxn modelId="{D7289453-0504-1A44-A58C-45B30741263A}" srcId="{B153559C-B0EA-DE48-8AEF-881819D26B9A}" destId="{FF9DC30F-7C20-AA4A-B4C7-E453246FE859}" srcOrd="2" destOrd="0" parTransId="{9FEF695E-8621-7149-AC27-D0288575B0E0}" sibTransId="{62BEE41B-E040-2049-9441-E63681CC55E0}"/>
    <dgm:cxn modelId="{864CBF55-7778-0041-B69E-499A8387A616}" type="presOf" srcId="{CDBA6977-5718-B44D-8977-7497B20F74C8}" destId="{D127767F-83AC-9C40-9160-92B97CBC1476}" srcOrd="0" destOrd="0" presId="urn:microsoft.com/office/officeart/2005/8/layout/hierarchy3"/>
    <dgm:cxn modelId="{F681655E-EDA9-CB42-97BF-F2731BD67761}" srcId="{CCBD50E4-A7A2-644C-AD9B-3F4ACE77A0EA}" destId="{2F19E01E-825F-DC4F-ADC2-A231BC1BA272}" srcOrd="2" destOrd="0" parTransId="{ABC60ECF-D0BB-DC4C-A82C-077B297CF78F}" sibTransId="{3194AE7B-5DE0-8E4E-95BB-AD16C828C488}"/>
    <dgm:cxn modelId="{5F2A2360-9890-014A-8EFB-3A58C8CA84FF}" srcId="{2135FB4E-C618-604E-99E9-34977B13F202}" destId="{CCBD50E4-A7A2-644C-AD9B-3F4ACE77A0EA}" srcOrd="1" destOrd="0" parTransId="{DE4EB27E-A7C2-2546-8B36-FDD189D4C567}" sibTransId="{B0D2E746-153F-CB4A-BD00-304467DB31CB}"/>
    <dgm:cxn modelId="{31977862-4864-1741-8C36-84AE5972146E}" type="presOf" srcId="{E938A842-B967-6240-935E-646C0FC2F4DC}" destId="{685A4F4F-5BF2-304E-BF9B-483328738968}" srcOrd="0" destOrd="0" presId="urn:microsoft.com/office/officeart/2005/8/layout/hierarchy3"/>
    <dgm:cxn modelId="{148F6965-0EEC-1C43-97BC-C0E7175A9619}" type="presOf" srcId="{C84F0F39-F5E9-7545-82E0-C9DB5F8B5F77}" destId="{D8800CA9-8C3F-E647-81C5-6A38C8D2C033}" srcOrd="0" destOrd="0" presId="urn:microsoft.com/office/officeart/2005/8/layout/hierarchy3"/>
    <dgm:cxn modelId="{B69D9A66-2212-604D-BC6B-3044F5F2A946}" type="presOf" srcId="{ABC60ECF-D0BB-DC4C-A82C-077B297CF78F}" destId="{BBE766D6-393A-8343-81FF-67B438F838DA}" srcOrd="0" destOrd="0" presId="urn:microsoft.com/office/officeart/2005/8/layout/hierarchy3"/>
    <dgm:cxn modelId="{5AFD586D-9A98-E140-9DD5-445804ADDFB8}" type="presOf" srcId="{13D5839F-E180-BC49-AB1F-A9C0909A19B8}" destId="{E77DA5FA-A006-1F40-9C15-13FA2DE64B89}" srcOrd="0" destOrd="0" presId="urn:microsoft.com/office/officeart/2005/8/layout/hierarchy3"/>
    <dgm:cxn modelId="{CC13F76E-6CFF-EF4B-8F15-F9E137CF2213}" type="presOf" srcId="{0AA2C5CD-3500-2047-99AA-233C06DB1029}" destId="{D62264D5-3EC3-DF4B-A32E-A85A2F86C74F}" srcOrd="0" destOrd="0" presId="urn:microsoft.com/office/officeart/2005/8/layout/hierarchy3"/>
    <dgm:cxn modelId="{7063F287-5DAC-5F47-99BA-9067F565865F}" type="presOf" srcId="{CCBD50E4-A7A2-644C-AD9B-3F4ACE77A0EA}" destId="{E54D3718-2954-6448-9CA2-3A535BC3D617}" srcOrd="1" destOrd="0" presId="urn:microsoft.com/office/officeart/2005/8/layout/hierarchy3"/>
    <dgm:cxn modelId="{EB8ECE8A-B665-E549-83CC-7DD1A47EDA86}" type="presOf" srcId="{DC7EA80E-2E46-FC46-B425-CCCB7C22AF25}" destId="{DE63A334-9506-AB4F-896B-E2AA3E5D0036}" srcOrd="1" destOrd="0" presId="urn:microsoft.com/office/officeart/2005/8/layout/hierarchy3"/>
    <dgm:cxn modelId="{040F828B-3304-8841-96C8-8EBA545911C4}" type="presOf" srcId="{DC7EA80E-2E46-FC46-B425-CCCB7C22AF25}" destId="{916019C8-A727-554C-90B7-7835C734A21A}" srcOrd="0" destOrd="0" presId="urn:microsoft.com/office/officeart/2005/8/layout/hierarchy3"/>
    <dgm:cxn modelId="{5F86678F-9611-1243-9F39-06F8897D821E}" type="presOf" srcId="{DAA35038-984A-DA4D-93C7-E0D22C73331A}" destId="{32C8F995-631C-B84A-AFB2-822875E26991}" srcOrd="0" destOrd="0" presId="urn:microsoft.com/office/officeart/2005/8/layout/hierarchy3"/>
    <dgm:cxn modelId="{B4AFCA92-A54B-6A46-BC3E-93094E9076BE}" type="presOf" srcId="{F7988B7B-3535-A041-8C75-523F28D6182A}" destId="{052AC643-8799-9542-803D-36B676D57714}" srcOrd="0" destOrd="2" presId="urn:microsoft.com/office/officeart/2005/8/layout/hierarchy3"/>
    <dgm:cxn modelId="{CE584699-B70E-884C-9358-CCF82BA4CAD7}" type="presOf" srcId="{6F090CB9-314C-BC4F-8592-EB05536489E6}" destId="{1CAA23D2-B509-4B45-A731-A0D192A1FC9A}" srcOrd="0" destOrd="0" presId="urn:microsoft.com/office/officeart/2005/8/layout/hierarchy3"/>
    <dgm:cxn modelId="{C0D7329A-FD39-4C4A-8CEA-5B3999AA3806}" srcId="{D76BF286-D7A6-844E-9731-F80D02EBDB30}" destId="{557054BC-0837-004E-811D-78492375AC4D}" srcOrd="2" destOrd="0" parTransId="{4372DBE2-D890-5444-8D20-A4A01335B2EB}" sibTransId="{3D882B55-2424-C04F-B00F-92E4B0A546B9}"/>
    <dgm:cxn modelId="{4FD4D89D-F96E-CF41-8A7F-F64EC62A895F}" type="presOf" srcId="{4A06FE6F-3ECA-6748-B2E1-04733DB363AD}" destId="{60938360-CEC6-2546-AC5C-493B37165F69}" srcOrd="0" destOrd="0" presId="urn:microsoft.com/office/officeart/2005/8/layout/hierarchy3"/>
    <dgm:cxn modelId="{CCFC6EA1-32FC-D14B-99A8-F694098EEEB9}" srcId="{B153559C-B0EA-DE48-8AEF-881819D26B9A}" destId="{F7988B7B-3535-A041-8C75-523F28D6182A}" srcOrd="1" destOrd="0" parTransId="{E78F32A8-C206-6341-915C-53DB58B32146}" sibTransId="{000EA499-77CB-344B-B5C7-0C861611093A}"/>
    <dgm:cxn modelId="{A05E7EA1-5CB2-B545-B717-799C719E5167}" type="presOf" srcId="{21136B76-7608-C045-9920-A799F5F2EFD5}" destId="{6B0A82AB-E4A9-5D43-8381-D79A8A0B377F}" srcOrd="0" destOrd="0" presId="urn:microsoft.com/office/officeart/2005/8/layout/hierarchy3"/>
    <dgm:cxn modelId="{A41BF6A5-D865-1A45-977F-4A4E9AD99A9F}" type="presOf" srcId="{34BE5C0B-FE6C-5041-87F8-306549559A1A}" destId="{E297079C-9FE7-DE43-BDCA-151D31B3EBA5}" srcOrd="0" destOrd="0" presId="urn:microsoft.com/office/officeart/2005/8/layout/hierarchy3"/>
    <dgm:cxn modelId="{1AB4B2A8-6042-1E49-82FC-449346B6E4A4}" type="presOf" srcId="{820D2708-D6CF-E945-8DC0-D0D49FEE7134}" destId="{89C87B13-49C2-4744-9B1C-3DD44B4B252E}" srcOrd="0" destOrd="0" presId="urn:microsoft.com/office/officeart/2005/8/layout/hierarchy3"/>
    <dgm:cxn modelId="{FF77A6B0-E870-9E4A-AC67-15ED8403011C}" srcId="{D76BF286-D7A6-844E-9731-F80D02EBDB30}" destId="{E182ABBF-4B74-1047-9ADA-316F34D8832F}" srcOrd="3" destOrd="0" parTransId="{13D5839F-E180-BC49-AB1F-A9C0909A19B8}" sibTransId="{D23F442A-F8CB-CC45-A021-8523DB675DAC}"/>
    <dgm:cxn modelId="{86C2F4B0-92B5-3D4F-A0EE-D9B3854B8412}" srcId="{DC7EA80E-2E46-FC46-B425-CCCB7C22AF25}" destId="{C84F0F39-F5E9-7545-82E0-C9DB5F8B5F77}" srcOrd="3" destOrd="0" parTransId="{6CB80A4B-3078-0B42-87BF-4B49F4076EE3}" sibTransId="{78FFAB12-D924-2E49-A984-28B50BC11D38}"/>
    <dgm:cxn modelId="{3C3631B4-6AA7-234F-A7F3-F92EA132A785}" type="presOf" srcId="{94C59B53-AD82-7143-967A-6E622BD11675}" destId="{7FD63DED-0D3D-284E-BDBC-3500C65409D0}" srcOrd="0" destOrd="0" presId="urn:microsoft.com/office/officeart/2005/8/layout/hierarchy3"/>
    <dgm:cxn modelId="{F5E76EB5-86F6-4C41-BE7D-B9D492A67DC8}" srcId="{CCBD50E4-A7A2-644C-AD9B-3F4ACE77A0EA}" destId="{34BE5C0B-FE6C-5041-87F8-306549559A1A}" srcOrd="0" destOrd="0" parTransId="{21136B76-7608-C045-9920-A799F5F2EFD5}" sibTransId="{F78FB021-1FB3-C24B-80FE-EDF27E9C6E05}"/>
    <dgm:cxn modelId="{9C5C72B5-0EB4-FC42-8271-4FD8AAB80712}" type="presOf" srcId="{E2B86F9E-C666-7D43-ACB1-D72E2F48EDBC}" destId="{E3F3180B-FB98-144C-8E8A-480C143FDA2C}" srcOrd="0" destOrd="0" presId="urn:microsoft.com/office/officeart/2005/8/layout/hierarchy3"/>
    <dgm:cxn modelId="{AAB5CBB7-A2BE-584D-8EBA-366BF0891BC5}" srcId="{60C79697-D05E-5E40-BCAC-C1127595BD37}" destId="{4A06FE6F-3ECA-6748-B2E1-04733DB363AD}" srcOrd="0" destOrd="0" parTransId="{1DA7ADF2-4DD1-5445-9848-7EE30128E5E8}" sibTransId="{843E142C-AF8B-CB46-949E-C4CEC9DBCC4A}"/>
    <dgm:cxn modelId="{2A95CFB8-FDAB-4D4E-8418-C668AEA4AC42}" srcId="{CCBD50E4-A7A2-644C-AD9B-3F4ACE77A0EA}" destId="{A073B0C2-E842-4940-A93C-3943082F8667}" srcOrd="1" destOrd="0" parTransId="{EE01F73A-9E8F-FB41-B945-17F470B74571}" sibTransId="{4057B9FB-1222-FA43-81C5-106B110AB9F0}"/>
    <dgm:cxn modelId="{DDE8ADB9-F6A0-9A47-A0E8-5538027EEEA6}" type="presOf" srcId="{0A0B7012-ECD1-4A4A-BE4D-9C25ECB4AF9C}" destId="{052AC643-8799-9542-803D-36B676D57714}" srcOrd="0" destOrd="1" presId="urn:microsoft.com/office/officeart/2005/8/layout/hierarchy3"/>
    <dgm:cxn modelId="{6E760EBC-8CBD-1841-9BDC-5FB52F34ADDC}" srcId="{2135FB4E-C618-604E-99E9-34977B13F202}" destId="{D76BF286-D7A6-844E-9731-F80D02EBDB30}" srcOrd="3" destOrd="0" parTransId="{F179449A-A143-1542-B97D-E5DD779507E1}" sibTransId="{00AF89A2-81C6-1D42-BE4F-65F1E69F8E0E}"/>
    <dgm:cxn modelId="{E9B9C2BD-F985-8546-AF63-5FBD54737664}" type="presOf" srcId="{352D8F6C-7CED-8C4D-BADD-16DF8542316E}" destId="{08362F44-3E8A-5443-9EFF-A8BE5F6E5B00}" srcOrd="0" destOrd="0" presId="urn:microsoft.com/office/officeart/2005/8/layout/hierarchy3"/>
    <dgm:cxn modelId="{F67705BF-D60A-B948-BC1A-E19D80EC469A}" type="presOf" srcId="{557054BC-0837-004E-811D-78492375AC4D}" destId="{786A769E-F559-364A-B759-BC1DA06040E5}" srcOrd="0" destOrd="0" presId="urn:microsoft.com/office/officeart/2005/8/layout/hierarchy3"/>
    <dgm:cxn modelId="{427E17C6-3E5B-2846-8ED5-730DAF23B5D1}" type="presOf" srcId="{70D20801-2799-3B4D-B70B-E4FA22F8EB9E}" destId="{E04DE236-0903-7544-AF4A-BAF2DF2085D1}" srcOrd="0" destOrd="0" presId="urn:microsoft.com/office/officeart/2005/8/layout/hierarchy3"/>
    <dgm:cxn modelId="{94DF7EC7-E890-CD4E-B33C-71A295480985}" type="presOf" srcId="{EE01F73A-9E8F-FB41-B945-17F470B74571}" destId="{414863C7-10AA-6D41-96D7-D850E71624E4}" srcOrd="0" destOrd="0" presId="urn:microsoft.com/office/officeart/2005/8/layout/hierarchy3"/>
    <dgm:cxn modelId="{DDF6A1CC-3991-8B41-BCCB-FC36D5FE905F}" srcId="{0AA2C5CD-3500-2047-99AA-233C06DB1029}" destId="{820D2708-D6CF-E945-8DC0-D0D49FEE7134}" srcOrd="0" destOrd="0" parTransId="{9E6292AB-B394-004C-8DFA-B7F411D57403}" sibTransId="{C9C7644C-C7D4-1044-8E7F-A24E1733F8AD}"/>
    <dgm:cxn modelId="{754447D3-4BAE-864A-9343-AA0C917609DD}" type="presOf" srcId="{4372DBE2-D890-5444-8D20-A4A01335B2EB}" destId="{B1BC8B06-E9FD-834B-BFEE-6C037ADD297C}" srcOrd="0" destOrd="0" presId="urn:microsoft.com/office/officeart/2005/8/layout/hierarchy3"/>
    <dgm:cxn modelId="{444C8FD5-C937-EE47-9993-6DBD777E3522}" type="presOf" srcId="{572F2BFE-0130-3F4C-B685-358A3779C0F5}" destId="{21811656-B614-0543-B54D-2710AF7AA666}" srcOrd="0" destOrd="0" presId="urn:microsoft.com/office/officeart/2005/8/layout/hierarchy3"/>
    <dgm:cxn modelId="{8B1DCFD5-F876-E747-9520-764EF50465E0}" srcId="{DC7EA80E-2E46-FC46-B425-CCCB7C22AF25}" destId="{169C43AF-6604-BC4B-A509-1B48A2A68B77}" srcOrd="1" destOrd="0" parTransId="{3F4AF2E5-4102-0341-95CF-F0DCB6F40473}" sibTransId="{E11F8B9A-9CE8-4B4D-9CB3-6B060C34B8D3}"/>
    <dgm:cxn modelId="{86650AD7-FFDB-BA41-A34F-58E62DB3049A}" type="presOf" srcId="{A073B0C2-E842-4940-A93C-3943082F8667}" destId="{7033BBA1-9BB0-AD42-8009-45A075832406}" srcOrd="0" destOrd="0" presId="urn:microsoft.com/office/officeart/2005/8/layout/hierarchy3"/>
    <dgm:cxn modelId="{603A41D7-7586-4A49-A609-79F2A86FF863}" type="presOf" srcId="{E182ABBF-4B74-1047-9ADA-316F34D8832F}" destId="{7AE66D08-FB88-0047-89DC-B50962F9685D}" srcOrd="0" destOrd="0" presId="urn:microsoft.com/office/officeart/2005/8/layout/hierarchy3"/>
    <dgm:cxn modelId="{EABBC2D7-E25D-AC46-AF36-0EB020D10BC5}" type="presOf" srcId="{2135FB4E-C618-604E-99E9-34977B13F202}" destId="{31D4AA21-4891-5F4D-B7CE-DF3AE13C7FB8}" srcOrd="0" destOrd="0" presId="urn:microsoft.com/office/officeart/2005/8/layout/hierarchy3"/>
    <dgm:cxn modelId="{E5755FD8-D0EE-F84A-B6B6-128D208B6996}" srcId="{0AA2C5CD-3500-2047-99AA-233C06DB1029}" destId="{70D20801-2799-3B4D-B70B-E4FA22F8EB9E}" srcOrd="1" destOrd="0" parTransId="{F0D95535-0DD1-5247-A070-D2D32798B9A4}" sibTransId="{A3DC2E88-4264-154F-B056-6B318A4DE871}"/>
    <dgm:cxn modelId="{185AFED8-7868-8F43-92D3-5E2B75BA4E8A}" type="presOf" srcId="{F0D95535-0DD1-5247-A070-D2D32798B9A4}" destId="{32A80EF0-388D-294E-BB2F-E4B5A8C140E0}" srcOrd="0" destOrd="0" presId="urn:microsoft.com/office/officeart/2005/8/layout/hierarchy3"/>
    <dgm:cxn modelId="{140CB4DA-7E28-C144-9744-1A503D1A3DB0}" srcId="{D76BF286-D7A6-844E-9731-F80D02EBDB30}" destId="{94C59B53-AD82-7143-967A-6E622BD11675}" srcOrd="0" destOrd="0" parTransId="{7C42CFFF-5C36-104F-9C5C-1E8F02B4A1B7}" sibTransId="{5FB091F9-FBD0-4E44-A00C-6D5F3B13C0C7}"/>
    <dgm:cxn modelId="{8DF24FDD-EE83-6E4C-B520-B18F3AF03BDC}" srcId="{D76BF286-D7A6-844E-9731-F80D02EBDB30}" destId="{15195961-F22E-324D-A2CD-02DBFB343B09}" srcOrd="1" destOrd="0" parTransId="{E2B86F9E-C666-7D43-ACB1-D72E2F48EDBC}" sibTransId="{FF957A14-87A3-4C4E-8CBD-9B285D710355}"/>
    <dgm:cxn modelId="{A14A17DE-DB2F-8744-B948-C4C81C95F373}" srcId="{60C79697-D05E-5E40-BCAC-C1127595BD37}" destId="{10B8CDA6-0F75-764F-81D6-E61FA75169B1}" srcOrd="1" destOrd="0" parTransId="{572F2BFE-0130-3F4C-B685-358A3779C0F5}" sibTransId="{095D1E35-A64A-1D48-BE1D-C89B27FDF64C}"/>
    <dgm:cxn modelId="{A4544DDE-ADA0-2C42-B23B-BF193AE7076B}" type="presOf" srcId="{CCBD50E4-A7A2-644C-AD9B-3F4ACE77A0EA}" destId="{55FD3B84-0773-D943-9999-F0A86C5CE1D5}" srcOrd="0" destOrd="0" presId="urn:microsoft.com/office/officeart/2005/8/layout/hierarchy3"/>
    <dgm:cxn modelId="{DFC00AEC-6B67-AD48-8BB4-A06BC9341C9F}" srcId="{DC7EA80E-2E46-FC46-B425-CCCB7C22AF25}" destId="{B153559C-B0EA-DE48-8AEF-881819D26B9A}" srcOrd="0" destOrd="0" parTransId="{F141C546-2D72-3B4D-81B8-94FCE0359DF0}" sibTransId="{7FCA7538-5555-EE42-9EFC-E60EB6BB1AC7}"/>
    <dgm:cxn modelId="{FAAE59F0-5F80-654A-B6D4-2212B12FB774}" type="presOf" srcId="{D76BF286-D7A6-844E-9731-F80D02EBDB30}" destId="{0CDBF109-4AB8-7645-AB6C-22D7D7023379}" srcOrd="1" destOrd="0" presId="urn:microsoft.com/office/officeart/2005/8/layout/hierarchy3"/>
    <dgm:cxn modelId="{7439F2F0-D1A2-2546-8D00-E1F634DE3813}" type="presOf" srcId="{87A65CCD-6577-7245-93FB-C76060D8252F}" destId="{DDE24BC3-4978-494B-A976-E8E78DB1DFFA}" srcOrd="0" destOrd="0" presId="urn:microsoft.com/office/officeart/2005/8/layout/hierarchy3"/>
    <dgm:cxn modelId="{FCC99FF1-39B7-584A-A0FB-B5A6805D6331}" type="presOf" srcId="{FF9DC30F-7C20-AA4A-B4C7-E453246FE859}" destId="{052AC643-8799-9542-803D-36B676D57714}" srcOrd="0" destOrd="3" presId="urn:microsoft.com/office/officeart/2005/8/layout/hierarchy3"/>
    <dgm:cxn modelId="{2E71E8F6-3F00-CE4C-8F8A-63D2080D38F3}" type="presOf" srcId="{169C43AF-6604-BC4B-A509-1B48A2A68B77}" destId="{C80A2A4E-7C37-3142-A3AE-4DB283A605E7}" srcOrd="0" destOrd="0" presId="urn:microsoft.com/office/officeart/2005/8/layout/hierarchy3"/>
    <dgm:cxn modelId="{CB3AD2F7-6302-7A47-B3BC-82C0DD4C4E05}" type="presOf" srcId="{15195961-F22E-324D-A2CD-02DBFB343B09}" destId="{0A25FABF-FB14-E049-8484-CDD8956E2DF1}" srcOrd="0" destOrd="0" presId="urn:microsoft.com/office/officeart/2005/8/layout/hierarchy3"/>
    <dgm:cxn modelId="{5A98C6F9-3C47-8647-9D6C-2AD29E846E5B}" type="presOf" srcId="{9E6292AB-B394-004C-8DFA-B7F411D57403}" destId="{13F8A6C8-3895-3C41-99B1-B1773D5EEE00}" srcOrd="0" destOrd="0" presId="urn:microsoft.com/office/officeart/2005/8/layout/hierarchy3"/>
    <dgm:cxn modelId="{7782FBFB-A0FE-6C4E-A49D-10843C97BA58}" srcId="{DC7EA80E-2E46-FC46-B425-CCCB7C22AF25}" destId="{DAA35038-984A-DA4D-93C7-E0D22C73331A}" srcOrd="2" destOrd="0" parTransId="{87A65CCD-6577-7245-93FB-C76060D8252F}" sibTransId="{870AD1F3-855C-B340-8301-4BB77F85BAB7}"/>
    <dgm:cxn modelId="{C45DFFFF-A877-0B43-8B81-880A56D577C0}" type="presOf" srcId="{7C42CFFF-5C36-104F-9C5C-1E8F02B4A1B7}" destId="{90E206C3-D8F3-8E4D-8B9B-0C2F4ED70424}" srcOrd="0" destOrd="0" presId="urn:microsoft.com/office/officeart/2005/8/layout/hierarchy3"/>
    <dgm:cxn modelId="{C86FB698-3BFB-5A4F-BC5C-31753A2A2447}" type="presParOf" srcId="{31D4AA21-4891-5F4D-B7CE-DF3AE13C7FB8}" destId="{3E8021AB-AD2E-7044-BE0E-AB848A4CC2BB}" srcOrd="0" destOrd="0" presId="urn:microsoft.com/office/officeart/2005/8/layout/hierarchy3"/>
    <dgm:cxn modelId="{8E584BCE-40A1-D44C-B290-8849CD01ADE2}" type="presParOf" srcId="{3E8021AB-AD2E-7044-BE0E-AB848A4CC2BB}" destId="{6E624597-C359-C343-B46C-5E3F7AB53CB1}" srcOrd="0" destOrd="0" presId="urn:microsoft.com/office/officeart/2005/8/layout/hierarchy3"/>
    <dgm:cxn modelId="{19F75D41-C90B-2545-BE22-7E44FE02B127}" type="presParOf" srcId="{6E624597-C359-C343-B46C-5E3F7AB53CB1}" destId="{916019C8-A727-554C-90B7-7835C734A21A}" srcOrd="0" destOrd="0" presId="urn:microsoft.com/office/officeart/2005/8/layout/hierarchy3"/>
    <dgm:cxn modelId="{B844F6FF-406F-1549-BF93-0620A4ACE293}" type="presParOf" srcId="{6E624597-C359-C343-B46C-5E3F7AB53CB1}" destId="{DE63A334-9506-AB4F-896B-E2AA3E5D0036}" srcOrd="1" destOrd="0" presId="urn:microsoft.com/office/officeart/2005/8/layout/hierarchy3"/>
    <dgm:cxn modelId="{BAFF4B87-CC11-E04D-A828-D524FCA11067}" type="presParOf" srcId="{3E8021AB-AD2E-7044-BE0E-AB848A4CC2BB}" destId="{038AE1DC-7612-654D-8679-33900FC37411}" srcOrd="1" destOrd="0" presId="urn:microsoft.com/office/officeart/2005/8/layout/hierarchy3"/>
    <dgm:cxn modelId="{E8A01091-4825-924A-AFD9-479889D9BF47}" type="presParOf" srcId="{038AE1DC-7612-654D-8679-33900FC37411}" destId="{C23D5EA2-299B-9446-85C1-67C56235FC76}" srcOrd="0" destOrd="0" presId="urn:microsoft.com/office/officeart/2005/8/layout/hierarchy3"/>
    <dgm:cxn modelId="{E936BFAA-9CA9-294D-904F-A6B6F5E86861}" type="presParOf" srcId="{038AE1DC-7612-654D-8679-33900FC37411}" destId="{052AC643-8799-9542-803D-36B676D57714}" srcOrd="1" destOrd="0" presId="urn:microsoft.com/office/officeart/2005/8/layout/hierarchy3"/>
    <dgm:cxn modelId="{7111B45E-18C7-0B48-B9E3-F9B2B00ED662}" type="presParOf" srcId="{038AE1DC-7612-654D-8679-33900FC37411}" destId="{9C78B427-5A33-B547-A92D-42F042E91C2B}" srcOrd="2" destOrd="0" presId="urn:microsoft.com/office/officeart/2005/8/layout/hierarchy3"/>
    <dgm:cxn modelId="{157465F2-C72B-5242-BB4C-72B268F067F7}" type="presParOf" srcId="{038AE1DC-7612-654D-8679-33900FC37411}" destId="{C80A2A4E-7C37-3142-A3AE-4DB283A605E7}" srcOrd="3" destOrd="0" presId="urn:microsoft.com/office/officeart/2005/8/layout/hierarchy3"/>
    <dgm:cxn modelId="{9D9D1030-A83B-4442-98DF-AF75FA342EFE}" type="presParOf" srcId="{038AE1DC-7612-654D-8679-33900FC37411}" destId="{DDE24BC3-4978-494B-A976-E8E78DB1DFFA}" srcOrd="4" destOrd="0" presId="urn:microsoft.com/office/officeart/2005/8/layout/hierarchy3"/>
    <dgm:cxn modelId="{71E8EB33-2B9C-7440-A9D1-E659E179AE0A}" type="presParOf" srcId="{038AE1DC-7612-654D-8679-33900FC37411}" destId="{32C8F995-631C-B84A-AFB2-822875E26991}" srcOrd="5" destOrd="0" presId="urn:microsoft.com/office/officeart/2005/8/layout/hierarchy3"/>
    <dgm:cxn modelId="{FAFF1189-E61C-B64E-945F-96D47B6AD095}" type="presParOf" srcId="{038AE1DC-7612-654D-8679-33900FC37411}" destId="{8944C30A-34C7-F247-86BA-2CF905A12C7D}" srcOrd="6" destOrd="0" presId="urn:microsoft.com/office/officeart/2005/8/layout/hierarchy3"/>
    <dgm:cxn modelId="{B37D62D4-122D-3E4B-90EE-E27607C00725}" type="presParOf" srcId="{038AE1DC-7612-654D-8679-33900FC37411}" destId="{D8800CA9-8C3F-E647-81C5-6A38C8D2C033}" srcOrd="7" destOrd="0" presId="urn:microsoft.com/office/officeart/2005/8/layout/hierarchy3"/>
    <dgm:cxn modelId="{81F9E061-12A4-0F43-9FDC-CC4BA846CE32}" type="presParOf" srcId="{31D4AA21-4891-5F4D-B7CE-DF3AE13C7FB8}" destId="{AC75581C-999A-7741-A9D1-B8E4BB19C511}" srcOrd="1" destOrd="0" presId="urn:microsoft.com/office/officeart/2005/8/layout/hierarchy3"/>
    <dgm:cxn modelId="{E2FF5D73-AB4D-3843-A6EC-8C1BA38B64DD}" type="presParOf" srcId="{AC75581C-999A-7741-A9D1-B8E4BB19C511}" destId="{3F072A83-A31A-B94A-B21D-9B2285E987A0}" srcOrd="0" destOrd="0" presId="urn:microsoft.com/office/officeart/2005/8/layout/hierarchy3"/>
    <dgm:cxn modelId="{FCC0A040-C2CE-3246-93A1-520FE88489DC}" type="presParOf" srcId="{3F072A83-A31A-B94A-B21D-9B2285E987A0}" destId="{55FD3B84-0773-D943-9999-F0A86C5CE1D5}" srcOrd="0" destOrd="0" presId="urn:microsoft.com/office/officeart/2005/8/layout/hierarchy3"/>
    <dgm:cxn modelId="{09E6F153-3EF8-ED47-AE54-23F4C7C485B3}" type="presParOf" srcId="{3F072A83-A31A-B94A-B21D-9B2285E987A0}" destId="{E54D3718-2954-6448-9CA2-3A535BC3D617}" srcOrd="1" destOrd="0" presId="urn:microsoft.com/office/officeart/2005/8/layout/hierarchy3"/>
    <dgm:cxn modelId="{633F6211-16AD-FA41-8C31-62E470752768}" type="presParOf" srcId="{AC75581C-999A-7741-A9D1-B8E4BB19C511}" destId="{D71D10E9-88E3-BE43-B130-08A13B245CE1}" srcOrd="1" destOrd="0" presId="urn:microsoft.com/office/officeart/2005/8/layout/hierarchy3"/>
    <dgm:cxn modelId="{FB6241E7-2E39-7445-BE97-0D8E5A26A479}" type="presParOf" srcId="{D71D10E9-88E3-BE43-B130-08A13B245CE1}" destId="{6B0A82AB-E4A9-5D43-8381-D79A8A0B377F}" srcOrd="0" destOrd="0" presId="urn:microsoft.com/office/officeart/2005/8/layout/hierarchy3"/>
    <dgm:cxn modelId="{EF24152B-6344-9641-AB4C-BC6946A90EE4}" type="presParOf" srcId="{D71D10E9-88E3-BE43-B130-08A13B245CE1}" destId="{E297079C-9FE7-DE43-BDCA-151D31B3EBA5}" srcOrd="1" destOrd="0" presId="urn:microsoft.com/office/officeart/2005/8/layout/hierarchy3"/>
    <dgm:cxn modelId="{10C20B24-DE4A-7A48-95A6-1CDF8F6E90F4}" type="presParOf" srcId="{D71D10E9-88E3-BE43-B130-08A13B245CE1}" destId="{414863C7-10AA-6D41-96D7-D850E71624E4}" srcOrd="2" destOrd="0" presId="urn:microsoft.com/office/officeart/2005/8/layout/hierarchy3"/>
    <dgm:cxn modelId="{3B5E0EC2-B217-A645-ADFE-F698A93274EF}" type="presParOf" srcId="{D71D10E9-88E3-BE43-B130-08A13B245CE1}" destId="{7033BBA1-9BB0-AD42-8009-45A075832406}" srcOrd="3" destOrd="0" presId="urn:microsoft.com/office/officeart/2005/8/layout/hierarchy3"/>
    <dgm:cxn modelId="{6CA87055-F1C3-F749-8AE1-1AD739A41178}" type="presParOf" srcId="{D71D10E9-88E3-BE43-B130-08A13B245CE1}" destId="{BBE766D6-393A-8343-81FF-67B438F838DA}" srcOrd="4" destOrd="0" presId="urn:microsoft.com/office/officeart/2005/8/layout/hierarchy3"/>
    <dgm:cxn modelId="{EC19B960-F31F-2B42-B56F-B933499D9841}" type="presParOf" srcId="{D71D10E9-88E3-BE43-B130-08A13B245CE1}" destId="{E4E38B12-EF79-D84E-A9C7-D769A3300BE3}" srcOrd="5" destOrd="0" presId="urn:microsoft.com/office/officeart/2005/8/layout/hierarchy3"/>
    <dgm:cxn modelId="{6050D318-7FDC-EA49-83B2-9F32E0630A18}" type="presParOf" srcId="{D71D10E9-88E3-BE43-B130-08A13B245CE1}" destId="{344B332E-9223-894E-82B5-8C26660F7825}" srcOrd="6" destOrd="0" presId="urn:microsoft.com/office/officeart/2005/8/layout/hierarchy3"/>
    <dgm:cxn modelId="{0459728D-404A-A241-A7CE-1F1D5967CCAD}" type="presParOf" srcId="{D71D10E9-88E3-BE43-B130-08A13B245CE1}" destId="{1CAA23D2-B509-4B45-A731-A0D192A1FC9A}" srcOrd="7" destOrd="0" presId="urn:microsoft.com/office/officeart/2005/8/layout/hierarchy3"/>
    <dgm:cxn modelId="{6359DFB7-D5D6-4545-8C50-A41547B2327E}" type="presParOf" srcId="{31D4AA21-4891-5F4D-B7CE-DF3AE13C7FB8}" destId="{8A18DC77-C01E-6040-8E97-93ED8A214399}" srcOrd="2" destOrd="0" presId="urn:microsoft.com/office/officeart/2005/8/layout/hierarchy3"/>
    <dgm:cxn modelId="{F4738A83-C587-0A41-963F-702B9F92151A}" type="presParOf" srcId="{8A18DC77-C01E-6040-8E97-93ED8A214399}" destId="{C0548A18-4737-A14E-9614-8C99D5344AFC}" srcOrd="0" destOrd="0" presId="urn:microsoft.com/office/officeart/2005/8/layout/hierarchy3"/>
    <dgm:cxn modelId="{ECB87C4C-072A-524D-B508-C19C516EA924}" type="presParOf" srcId="{C0548A18-4737-A14E-9614-8C99D5344AFC}" destId="{07A7A394-887B-FA4B-8055-7F02E8B458C0}" srcOrd="0" destOrd="0" presId="urn:microsoft.com/office/officeart/2005/8/layout/hierarchy3"/>
    <dgm:cxn modelId="{880EDAD7-A8D7-6842-8548-FB51C821224D}" type="presParOf" srcId="{C0548A18-4737-A14E-9614-8C99D5344AFC}" destId="{A24B0DB6-0F7D-CA44-8460-4C81565D508D}" srcOrd="1" destOrd="0" presId="urn:microsoft.com/office/officeart/2005/8/layout/hierarchy3"/>
    <dgm:cxn modelId="{7361CFFD-B6F8-5A4C-95E6-22B4A505A506}" type="presParOf" srcId="{8A18DC77-C01E-6040-8E97-93ED8A214399}" destId="{650CFFD8-9939-7D42-BF7D-96D6B790C96E}" srcOrd="1" destOrd="0" presId="urn:microsoft.com/office/officeart/2005/8/layout/hierarchy3"/>
    <dgm:cxn modelId="{21FB4602-51CE-384B-BC92-3F9754196178}" type="presParOf" srcId="{650CFFD8-9939-7D42-BF7D-96D6B790C96E}" destId="{6F0A1347-DB7E-B248-BFCA-5C7523BBE2AF}" srcOrd="0" destOrd="0" presId="urn:microsoft.com/office/officeart/2005/8/layout/hierarchy3"/>
    <dgm:cxn modelId="{483E3D9F-E81A-4B48-A754-1A47D2FB8A14}" type="presParOf" srcId="{650CFFD8-9939-7D42-BF7D-96D6B790C96E}" destId="{60938360-CEC6-2546-AC5C-493B37165F69}" srcOrd="1" destOrd="0" presId="urn:microsoft.com/office/officeart/2005/8/layout/hierarchy3"/>
    <dgm:cxn modelId="{9964A9F1-1849-3B40-B549-7346F8866C4F}" type="presParOf" srcId="{650CFFD8-9939-7D42-BF7D-96D6B790C96E}" destId="{21811656-B614-0543-B54D-2710AF7AA666}" srcOrd="2" destOrd="0" presId="urn:microsoft.com/office/officeart/2005/8/layout/hierarchy3"/>
    <dgm:cxn modelId="{9FAE6884-2289-E44A-8692-A1A42FECC57F}" type="presParOf" srcId="{650CFFD8-9939-7D42-BF7D-96D6B790C96E}" destId="{E15D1163-4A81-8644-8690-95BBDCD32B76}" srcOrd="3" destOrd="0" presId="urn:microsoft.com/office/officeart/2005/8/layout/hierarchy3"/>
    <dgm:cxn modelId="{4AEFC8C3-1F13-1847-B564-145D5769643A}" type="presParOf" srcId="{650CFFD8-9939-7D42-BF7D-96D6B790C96E}" destId="{685A4F4F-5BF2-304E-BF9B-483328738968}" srcOrd="4" destOrd="0" presId="urn:microsoft.com/office/officeart/2005/8/layout/hierarchy3"/>
    <dgm:cxn modelId="{5EA45D16-0791-244A-B900-780A2CF69483}" type="presParOf" srcId="{650CFFD8-9939-7D42-BF7D-96D6B790C96E}" destId="{08362F44-3E8A-5443-9EFF-A8BE5F6E5B00}" srcOrd="5" destOrd="0" presId="urn:microsoft.com/office/officeart/2005/8/layout/hierarchy3"/>
    <dgm:cxn modelId="{8AA7A3D3-35C6-9747-AEFB-54E691BD8795}" type="presParOf" srcId="{650CFFD8-9939-7D42-BF7D-96D6B790C96E}" destId="{8BBFB7FE-7C1C-E245-A319-7D414B64D469}" srcOrd="6" destOrd="0" presId="urn:microsoft.com/office/officeart/2005/8/layout/hierarchy3"/>
    <dgm:cxn modelId="{1564BE81-2168-7F45-AEA5-43F5219B863B}" type="presParOf" srcId="{650CFFD8-9939-7D42-BF7D-96D6B790C96E}" destId="{D127767F-83AC-9C40-9160-92B97CBC1476}" srcOrd="7" destOrd="0" presId="urn:microsoft.com/office/officeart/2005/8/layout/hierarchy3"/>
    <dgm:cxn modelId="{D7F9300F-CD4C-7F43-B205-196A60843048}" type="presParOf" srcId="{31D4AA21-4891-5F4D-B7CE-DF3AE13C7FB8}" destId="{6B60C71A-104C-C842-BDAE-0846FAD6FE4D}" srcOrd="3" destOrd="0" presId="urn:microsoft.com/office/officeart/2005/8/layout/hierarchy3"/>
    <dgm:cxn modelId="{AE591AE1-17FF-4A48-AD04-F52D055B1CBC}" type="presParOf" srcId="{6B60C71A-104C-C842-BDAE-0846FAD6FE4D}" destId="{6F6A69B0-E5BE-8D4F-82AE-031FA474F50D}" srcOrd="0" destOrd="0" presId="urn:microsoft.com/office/officeart/2005/8/layout/hierarchy3"/>
    <dgm:cxn modelId="{9964C12E-C6FA-2E43-8477-DE5E879BA861}" type="presParOf" srcId="{6F6A69B0-E5BE-8D4F-82AE-031FA474F50D}" destId="{0654B419-6DF8-C64E-8163-8A0A09CE39E8}" srcOrd="0" destOrd="0" presId="urn:microsoft.com/office/officeart/2005/8/layout/hierarchy3"/>
    <dgm:cxn modelId="{5EA4538D-FD07-824F-8364-9D49A6B41712}" type="presParOf" srcId="{6F6A69B0-E5BE-8D4F-82AE-031FA474F50D}" destId="{0CDBF109-4AB8-7645-AB6C-22D7D7023379}" srcOrd="1" destOrd="0" presId="urn:microsoft.com/office/officeart/2005/8/layout/hierarchy3"/>
    <dgm:cxn modelId="{0967EB9D-1697-B74C-BFBD-BEAF3D916F26}" type="presParOf" srcId="{6B60C71A-104C-C842-BDAE-0846FAD6FE4D}" destId="{6D4FC837-0CCE-9D49-A965-94DD4BFBA4EE}" srcOrd="1" destOrd="0" presId="urn:microsoft.com/office/officeart/2005/8/layout/hierarchy3"/>
    <dgm:cxn modelId="{3AAE6D4F-0B20-5F4C-902E-7E5F925B56F6}" type="presParOf" srcId="{6D4FC837-0CCE-9D49-A965-94DD4BFBA4EE}" destId="{90E206C3-D8F3-8E4D-8B9B-0C2F4ED70424}" srcOrd="0" destOrd="0" presId="urn:microsoft.com/office/officeart/2005/8/layout/hierarchy3"/>
    <dgm:cxn modelId="{D11AAEC9-801F-9B44-8A5F-E4DC3D46DC10}" type="presParOf" srcId="{6D4FC837-0CCE-9D49-A965-94DD4BFBA4EE}" destId="{7FD63DED-0D3D-284E-BDBC-3500C65409D0}" srcOrd="1" destOrd="0" presId="urn:microsoft.com/office/officeart/2005/8/layout/hierarchy3"/>
    <dgm:cxn modelId="{46639B57-635B-4D48-9C5C-60756B299D17}" type="presParOf" srcId="{6D4FC837-0CCE-9D49-A965-94DD4BFBA4EE}" destId="{E3F3180B-FB98-144C-8E8A-480C143FDA2C}" srcOrd="2" destOrd="0" presId="urn:microsoft.com/office/officeart/2005/8/layout/hierarchy3"/>
    <dgm:cxn modelId="{DFFF51FC-67C0-3F49-BA0D-3B7745500073}" type="presParOf" srcId="{6D4FC837-0CCE-9D49-A965-94DD4BFBA4EE}" destId="{0A25FABF-FB14-E049-8484-CDD8956E2DF1}" srcOrd="3" destOrd="0" presId="urn:microsoft.com/office/officeart/2005/8/layout/hierarchy3"/>
    <dgm:cxn modelId="{1D0FA65D-1E2A-C042-867B-340C8BC8FCE1}" type="presParOf" srcId="{6D4FC837-0CCE-9D49-A965-94DD4BFBA4EE}" destId="{B1BC8B06-E9FD-834B-BFEE-6C037ADD297C}" srcOrd="4" destOrd="0" presId="urn:microsoft.com/office/officeart/2005/8/layout/hierarchy3"/>
    <dgm:cxn modelId="{A582C42B-B12A-CD40-BC69-FF64693AA886}" type="presParOf" srcId="{6D4FC837-0CCE-9D49-A965-94DD4BFBA4EE}" destId="{786A769E-F559-364A-B759-BC1DA06040E5}" srcOrd="5" destOrd="0" presId="urn:microsoft.com/office/officeart/2005/8/layout/hierarchy3"/>
    <dgm:cxn modelId="{915FB609-33F7-434C-847F-DDC2DF04C453}" type="presParOf" srcId="{6D4FC837-0CCE-9D49-A965-94DD4BFBA4EE}" destId="{E77DA5FA-A006-1F40-9C15-13FA2DE64B89}" srcOrd="6" destOrd="0" presId="urn:microsoft.com/office/officeart/2005/8/layout/hierarchy3"/>
    <dgm:cxn modelId="{E959C25D-9669-D448-ADFB-B19AB19842B0}" type="presParOf" srcId="{6D4FC837-0CCE-9D49-A965-94DD4BFBA4EE}" destId="{7AE66D08-FB88-0047-89DC-B50962F9685D}" srcOrd="7" destOrd="0" presId="urn:microsoft.com/office/officeart/2005/8/layout/hierarchy3"/>
    <dgm:cxn modelId="{7751ACF3-4D13-9442-A389-8C2F3C82FBD3}" type="presParOf" srcId="{31D4AA21-4891-5F4D-B7CE-DF3AE13C7FB8}" destId="{33367BD3-B90F-934F-926D-036E7A9406D5}" srcOrd="4" destOrd="0" presId="urn:microsoft.com/office/officeart/2005/8/layout/hierarchy3"/>
    <dgm:cxn modelId="{5F8575EE-00A6-6640-9EA6-5B8418063043}" type="presParOf" srcId="{33367BD3-B90F-934F-926D-036E7A9406D5}" destId="{1CFA741A-6E3E-9243-BAC4-625A209A27C4}" srcOrd="0" destOrd="0" presId="urn:microsoft.com/office/officeart/2005/8/layout/hierarchy3"/>
    <dgm:cxn modelId="{B709C30B-130A-8749-8EFA-A4289E5790CC}" type="presParOf" srcId="{1CFA741A-6E3E-9243-BAC4-625A209A27C4}" destId="{D62264D5-3EC3-DF4B-A32E-A85A2F86C74F}" srcOrd="0" destOrd="0" presId="urn:microsoft.com/office/officeart/2005/8/layout/hierarchy3"/>
    <dgm:cxn modelId="{F4DBD7F3-132A-E848-AD2D-555BC97092C6}" type="presParOf" srcId="{1CFA741A-6E3E-9243-BAC4-625A209A27C4}" destId="{6C82F194-CFA9-A146-8765-6DD2014C7831}" srcOrd="1" destOrd="0" presId="urn:microsoft.com/office/officeart/2005/8/layout/hierarchy3"/>
    <dgm:cxn modelId="{A9599524-95EE-D443-85C2-C74BF4268C2E}" type="presParOf" srcId="{33367BD3-B90F-934F-926D-036E7A9406D5}" destId="{639F2784-DB98-9F40-AAC4-45B4D8C3F39C}" srcOrd="1" destOrd="0" presId="urn:microsoft.com/office/officeart/2005/8/layout/hierarchy3"/>
    <dgm:cxn modelId="{B48455F2-A35C-2A4F-8413-FF03DE6F3542}" type="presParOf" srcId="{639F2784-DB98-9F40-AAC4-45B4D8C3F39C}" destId="{13F8A6C8-3895-3C41-99B1-B1773D5EEE00}" srcOrd="0" destOrd="0" presId="urn:microsoft.com/office/officeart/2005/8/layout/hierarchy3"/>
    <dgm:cxn modelId="{A0FFAC19-3BAE-AA4A-AD36-A9DC73EA9772}" type="presParOf" srcId="{639F2784-DB98-9F40-AAC4-45B4D8C3F39C}" destId="{89C87B13-49C2-4744-9B1C-3DD44B4B252E}" srcOrd="1" destOrd="0" presId="urn:microsoft.com/office/officeart/2005/8/layout/hierarchy3"/>
    <dgm:cxn modelId="{5C37F7B3-3E53-034A-88F4-951143479066}" type="presParOf" srcId="{639F2784-DB98-9F40-AAC4-45B4D8C3F39C}" destId="{32A80EF0-388D-294E-BB2F-E4B5A8C140E0}" srcOrd="2" destOrd="0" presId="urn:microsoft.com/office/officeart/2005/8/layout/hierarchy3"/>
    <dgm:cxn modelId="{3B2E2DF9-65B6-2A43-B17F-093AEB21A24F}" type="presParOf" srcId="{639F2784-DB98-9F40-AAC4-45B4D8C3F39C}" destId="{E04DE236-0903-7544-AF4A-BAF2DF2085D1}" srcOrd="3" destOrd="0" presId="urn:microsoft.com/office/officeart/2005/8/layout/hierarchy3"/>
    <dgm:cxn modelId="{05B15520-B833-8045-840F-C5855AA15060}" type="presParOf" srcId="{639F2784-DB98-9F40-AAC4-45B4D8C3F39C}" destId="{0E21BB35-34FE-3E4B-8764-A13FBB3A7CDB}" srcOrd="4" destOrd="0" presId="urn:microsoft.com/office/officeart/2005/8/layout/hierarchy3"/>
    <dgm:cxn modelId="{6B44D9C1-72FF-CC4C-91EE-0395B305B542}" type="presParOf" srcId="{639F2784-DB98-9F40-AAC4-45B4D8C3F39C}" destId="{3A6A2DE3-627F-E14A-A49D-F1615919C4EB}" srcOrd="5" destOrd="0" presId="urn:microsoft.com/office/officeart/2005/8/layout/hierarchy3"/>
    <dgm:cxn modelId="{04C87F58-38FF-9349-A0BB-B3F1C869FC54}" type="presParOf" srcId="{639F2784-DB98-9F40-AAC4-45B4D8C3F39C}" destId="{34116F9E-AF40-6249-A612-284B13E6BEA6}" srcOrd="6" destOrd="0" presId="urn:microsoft.com/office/officeart/2005/8/layout/hierarchy3"/>
    <dgm:cxn modelId="{C1CF0C51-52D5-AC48-A089-74B7CBB3FC1C}" type="presParOf" srcId="{639F2784-DB98-9F40-AAC4-45B4D8C3F39C}" destId="{550067A6-495D-3141-A278-9AE8C7F09F5A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35FB4E-C618-604E-99E9-34977B13F202}" type="doc">
      <dgm:prSet loTypeId="urn:microsoft.com/office/officeart/2005/8/layout/hierarchy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7EA80E-2E46-FC46-B425-CCCB7C22AF25}">
      <dgm:prSet phldrT="[Text]"/>
      <dgm:spPr/>
      <dgm:t>
        <a:bodyPr/>
        <a:lstStyle/>
        <a:p>
          <a:r>
            <a:rPr lang="en-US" dirty="0"/>
            <a:t>Technology measures </a:t>
          </a:r>
        </a:p>
      </dgm:t>
    </dgm:pt>
    <dgm:pt modelId="{4A99D5D9-4DFE-CB41-97B3-0A24D7127501}" type="parTrans" cxnId="{A69BCE26-488A-DA40-8B53-9DF0D629177F}">
      <dgm:prSet/>
      <dgm:spPr/>
      <dgm:t>
        <a:bodyPr/>
        <a:lstStyle/>
        <a:p>
          <a:endParaRPr lang="en-US"/>
        </a:p>
      </dgm:t>
    </dgm:pt>
    <dgm:pt modelId="{722E26D5-1A43-264E-ADB7-30BF6D08B7EA}" type="sibTrans" cxnId="{A69BCE26-488A-DA40-8B53-9DF0D629177F}">
      <dgm:prSet/>
      <dgm:spPr/>
      <dgm:t>
        <a:bodyPr/>
        <a:lstStyle/>
        <a:p>
          <a:endParaRPr lang="en-US"/>
        </a:p>
      </dgm:t>
    </dgm:pt>
    <dgm:pt modelId="{B153559C-B0EA-DE48-8AEF-881819D26B9A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F141C546-2D72-3B4D-81B8-94FCE0359DF0}" type="parTrans" cxnId="{DFC00AEC-6B67-AD48-8BB4-A06BC9341C9F}">
      <dgm:prSet/>
      <dgm:spPr/>
      <dgm:t>
        <a:bodyPr/>
        <a:lstStyle/>
        <a:p>
          <a:endParaRPr lang="en-US"/>
        </a:p>
      </dgm:t>
    </dgm:pt>
    <dgm:pt modelId="{7FCA7538-5555-EE42-9EFC-E60EB6BB1AC7}" type="sibTrans" cxnId="{DFC00AEC-6B67-AD48-8BB4-A06BC9341C9F}">
      <dgm:prSet/>
      <dgm:spPr/>
      <dgm:t>
        <a:bodyPr/>
        <a:lstStyle/>
        <a:p>
          <a:endParaRPr lang="en-US"/>
        </a:p>
      </dgm:t>
    </dgm:pt>
    <dgm:pt modelId="{34BE5C0B-FE6C-5041-87F8-306549559A1A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21136B76-7608-C045-9920-A799F5F2EFD5}" type="parTrans" cxnId="{F5E76EB5-86F6-4C41-BE7D-B9D492A67DC8}">
      <dgm:prSet/>
      <dgm:spPr/>
      <dgm:t>
        <a:bodyPr/>
        <a:lstStyle/>
        <a:p>
          <a:endParaRPr lang="en-US"/>
        </a:p>
      </dgm:t>
    </dgm:pt>
    <dgm:pt modelId="{F78FB021-1FB3-C24B-80FE-EDF27E9C6E05}" type="sibTrans" cxnId="{F5E76EB5-86F6-4C41-BE7D-B9D492A67DC8}">
      <dgm:prSet/>
      <dgm:spPr/>
      <dgm:t>
        <a:bodyPr/>
        <a:lstStyle/>
        <a:p>
          <a:endParaRPr lang="en-US"/>
        </a:p>
      </dgm:t>
    </dgm:pt>
    <dgm:pt modelId="{60C79697-D05E-5E40-BCAC-C1127595BD37}">
      <dgm:prSet phldrT="[Text]"/>
      <dgm:spPr/>
      <dgm:t>
        <a:bodyPr/>
        <a:lstStyle/>
        <a:p>
          <a:r>
            <a:rPr lang="en-US" dirty="0"/>
            <a:t>Training and Education Awareness measures </a:t>
          </a:r>
        </a:p>
      </dgm:t>
    </dgm:pt>
    <dgm:pt modelId="{A28E7D12-6D0B-2848-B62E-EF1FB54103F4}" type="parTrans" cxnId="{6B4D1F03-0CBC-8843-BB77-BA1B09FBC0AF}">
      <dgm:prSet/>
      <dgm:spPr/>
      <dgm:t>
        <a:bodyPr/>
        <a:lstStyle/>
        <a:p>
          <a:endParaRPr lang="en-US"/>
        </a:p>
      </dgm:t>
    </dgm:pt>
    <dgm:pt modelId="{6D1260AD-E87E-464C-81E5-29B0D2FC9607}" type="sibTrans" cxnId="{6B4D1F03-0CBC-8843-BB77-BA1B09FBC0AF}">
      <dgm:prSet/>
      <dgm:spPr/>
      <dgm:t>
        <a:bodyPr/>
        <a:lstStyle/>
        <a:p>
          <a:endParaRPr lang="en-US"/>
        </a:p>
      </dgm:t>
    </dgm:pt>
    <dgm:pt modelId="{169C43AF-6604-BC4B-A509-1B48A2A68B77}">
      <dgm:prSet phldrT="[Text]"/>
      <dgm:spPr/>
      <dgm:t>
        <a:bodyPr/>
        <a:lstStyle/>
        <a:p>
          <a:r>
            <a:rPr lang="en-US" dirty="0"/>
            <a:t>2</a:t>
          </a:r>
        </a:p>
      </dgm:t>
    </dgm:pt>
    <dgm:pt modelId="{3F4AF2E5-4102-0341-95CF-F0DCB6F40473}" type="parTrans" cxnId="{8B1DCFD5-F876-E747-9520-764EF50465E0}">
      <dgm:prSet/>
      <dgm:spPr/>
      <dgm:t>
        <a:bodyPr/>
        <a:lstStyle/>
        <a:p>
          <a:endParaRPr lang="en-US"/>
        </a:p>
      </dgm:t>
    </dgm:pt>
    <dgm:pt modelId="{E11F8B9A-9CE8-4B4D-9CB3-6B060C34B8D3}" type="sibTrans" cxnId="{8B1DCFD5-F876-E747-9520-764EF50465E0}">
      <dgm:prSet/>
      <dgm:spPr/>
      <dgm:t>
        <a:bodyPr/>
        <a:lstStyle/>
        <a:p>
          <a:endParaRPr lang="en-US"/>
        </a:p>
      </dgm:t>
    </dgm:pt>
    <dgm:pt modelId="{DAA35038-984A-DA4D-93C7-E0D22C73331A}">
      <dgm:prSet phldrT="[Text]"/>
      <dgm:spPr/>
      <dgm:t>
        <a:bodyPr/>
        <a:lstStyle/>
        <a:p>
          <a:r>
            <a:rPr lang="en-US" dirty="0"/>
            <a:t>3</a:t>
          </a:r>
        </a:p>
      </dgm:t>
    </dgm:pt>
    <dgm:pt modelId="{87A65CCD-6577-7245-93FB-C76060D8252F}" type="parTrans" cxnId="{7782FBFB-A0FE-6C4E-A49D-10843C97BA58}">
      <dgm:prSet/>
      <dgm:spPr/>
      <dgm:t>
        <a:bodyPr/>
        <a:lstStyle/>
        <a:p>
          <a:endParaRPr lang="en-US"/>
        </a:p>
      </dgm:t>
    </dgm:pt>
    <dgm:pt modelId="{870AD1F3-855C-B340-8301-4BB77F85BAB7}" type="sibTrans" cxnId="{7782FBFB-A0FE-6C4E-A49D-10843C97BA58}">
      <dgm:prSet/>
      <dgm:spPr/>
      <dgm:t>
        <a:bodyPr/>
        <a:lstStyle/>
        <a:p>
          <a:endParaRPr lang="en-US"/>
        </a:p>
      </dgm:t>
    </dgm:pt>
    <dgm:pt modelId="{C84F0F39-F5E9-7545-82E0-C9DB5F8B5F77}">
      <dgm:prSet phldrT="[Text]"/>
      <dgm:spPr/>
      <dgm:t>
        <a:bodyPr/>
        <a:lstStyle/>
        <a:p>
          <a:r>
            <a:rPr lang="en-US" dirty="0"/>
            <a:t>4</a:t>
          </a:r>
        </a:p>
      </dgm:t>
    </dgm:pt>
    <dgm:pt modelId="{6CB80A4B-3078-0B42-87BF-4B49F4076EE3}" type="parTrans" cxnId="{86C2F4B0-92B5-3D4F-A0EE-D9B3854B8412}">
      <dgm:prSet/>
      <dgm:spPr/>
      <dgm:t>
        <a:bodyPr/>
        <a:lstStyle/>
        <a:p>
          <a:endParaRPr lang="en-US"/>
        </a:p>
      </dgm:t>
    </dgm:pt>
    <dgm:pt modelId="{78FFAB12-D924-2E49-A984-28B50BC11D38}" type="sibTrans" cxnId="{86C2F4B0-92B5-3D4F-A0EE-D9B3854B8412}">
      <dgm:prSet/>
      <dgm:spPr/>
      <dgm:t>
        <a:bodyPr/>
        <a:lstStyle/>
        <a:p>
          <a:endParaRPr lang="en-US"/>
        </a:p>
      </dgm:t>
    </dgm:pt>
    <dgm:pt modelId="{830BDE93-A6AD-C541-A8E5-3612D659CE88}">
      <dgm:prSet phldrT="[Text]"/>
      <dgm:spPr/>
      <dgm:t>
        <a:bodyPr/>
        <a:lstStyle/>
        <a:p>
          <a:r>
            <a:rPr lang="en-US" dirty="0"/>
            <a:t>5</a:t>
          </a:r>
        </a:p>
      </dgm:t>
    </dgm:pt>
    <dgm:pt modelId="{04EBD365-EFC3-C74D-BB19-F0593B8D6D1C}" type="parTrans" cxnId="{D1E798E4-D396-C546-9034-D192FD3798D6}">
      <dgm:prSet/>
      <dgm:spPr/>
      <dgm:t>
        <a:bodyPr/>
        <a:lstStyle/>
        <a:p>
          <a:endParaRPr lang="en-US"/>
        </a:p>
      </dgm:t>
    </dgm:pt>
    <dgm:pt modelId="{66B4B1CA-0310-534D-BC89-EE9E7BC079A9}" type="sibTrans" cxnId="{D1E798E4-D396-C546-9034-D192FD3798D6}">
      <dgm:prSet/>
      <dgm:spPr/>
      <dgm:t>
        <a:bodyPr/>
        <a:lstStyle/>
        <a:p>
          <a:endParaRPr lang="en-US"/>
        </a:p>
      </dgm:t>
    </dgm:pt>
    <dgm:pt modelId="{CCBD50E4-A7A2-644C-AD9B-3F4ACE77A0EA}">
      <dgm:prSet phldrT="[Text]"/>
      <dgm:spPr/>
      <dgm:t>
        <a:bodyPr/>
        <a:lstStyle/>
        <a:p>
          <a:r>
            <a:rPr lang="en-US" dirty="0"/>
            <a:t>Policy and practice measures </a:t>
          </a:r>
        </a:p>
      </dgm:t>
    </dgm:pt>
    <dgm:pt modelId="{B0D2E746-153F-CB4A-BD00-304467DB31CB}" type="sibTrans" cxnId="{5F2A2360-9890-014A-8EFB-3A58C8CA84FF}">
      <dgm:prSet/>
      <dgm:spPr/>
      <dgm:t>
        <a:bodyPr/>
        <a:lstStyle/>
        <a:p>
          <a:endParaRPr lang="en-US"/>
        </a:p>
      </dgm:t>
    </dgm:pt>
    <dgm:pt modelId="{DE4EB27E-A7C2-2546-8B36-FDD189D4C567}" type="parTrans" cxnId="{5F2A2360-9890-014A-8EFB-3A58C8CA84FF}">
      <dgm:prSet/>
      <dgm:spPr/>
      <dgm:t>
        <a:bodyPr/>
        <a:lstStyle/>
        <a:p>
          <a:endParaRPr lang="en-US"/>
        </a:p>
      </dgm:t>
    </dgm:pt>
    <dgm:pt modelId="{A073B0C2-E842-4940-A93C-3943082F8667}">
      <dgm:prSet phldrT="[Text]"/>
      <dgm:spPr/>
      <dgm:t>
        <a:bodyPr/>
        <a:lstStyle/>
        <a:p>
          <a:r>
            <a:rPr lang="en-US" dirty="0"/>
            <a:t>2</a:t>
          </a:r>
        </a:p>
      </dgm:t>
    </dgm:pt>
    <dgm:pt modelId="{EE01F73A-9E8F-FB41-B945-17F470B74571}" type="parTrans" cxnId="{2A95CFB8-FDAB-4D4E-8418-C668AEA4AC42}">
      <dgm:prSet/>
      <dgm:spPr/>
      <dgm:t>
        <a:bodyPr/>
        <a:lstStyle/>
        <a:p>
          <a:endParaRPr lang="en-US"/>
        </a:p>
      </dgm:t>
    </dgm:pt>
    <dgm:pt modelId="{4057B9FB-1222-FA43-81C5-106B110AB9F0}" type="sibTrans" cxnId="{2A95CFB8-FDAB-4D4E-8418-C668AEA4AC42}">
      <dgm:prSet/>
      <dgm:spPr/>
      <dgm:t>
        <a:bodyPr/>
        <a:lstStyle/>
        <a:p>
          <a:endParaRPr lang="en-US"/>
        </a:p>
      </dgm:t>
    </dgm:pt>
    <dgm:pt modelId="{2F19E01E-825F-DC4F-ADC2-A231BC1BA272}">
      <dgm:prSet phldrT="[Text]"/>
      <dgm:spPr/>
      <dgm:t>
        <a:bodyPr/>
        <a:lstStyle/>
        <a:p>
          <a:r>
            <a:rPr lang="en-US" dirty="0"/>
            <a:t>3</a:t>
          </a:r>
        </a:p>
      </dgm:t>
    </dgm:pt>
    <dgm:pt modelId="{ABC60ECF-D0BB-DC4C-A82C-077B297CF78F}" type="parTrans" cxnId="{F681655E-EDA9-CB42-97BF-F2731BD67761}">
      <dgm:prSet/>
      <dgm:spPr/>
      <dgm:t>
        <a:bodyPr/>
        <a:lstStyle/>
        <a:p>
          <a:endParaRPr lang="en-US"/>
        </a:p>
      </dgm:t>
    </dgm:pt>
    <dgm:pt modelId="{3194AE7B-5DE0-8E4E-95BB-AD16C828C488}" type="sibTrans" cxnId="{F681655E-EDA9-CB42-97BF-F2731BD67761}">
      <dgm:prSet/>
      <dgm:spPr/>
      <dgm:t>
        <a:bodyPr/>
        <a:lstStyle/>
        <a:p>
          <a:endParaRPr lang="en-US"/>
        </a:p>
      </dgm:t>
    </dgm:pt>
    <dgm:pt modelId="{6F090CB9-314C-BC4F-8592-EB05536489E6}">
      <dgm:prSet phldrT="[Text]"/>
      <dgm:spPr/>
      <dgm:t>
        <a:bodyPr/>
        <a:lstStyle/>
        <a:p>
          <a:r>
            <a:rPr lang="en-US" dirty="0"/>
            <a:t>4</a:t>
          </a:r>
        </a:p>
      </dgm:t>
    </dgm:pt>
    <dgm:pt modelId="{AE50C9FC-D6E8-5443-9F59-9E5C279851EF}" type="parTrans" cxnId="{DCA11A42-3A9A-5D41-A989-5AF8425FC84D}">
      <dgm:prSet/>
      <dgm:spPr/>
      <dgm:t>
        <a:bodyPr/>
        <a:lstStyle/>
        <a:p>
          <a:endParaRPr lang="en-US"/>
        </a:p>
      </dgm:t>
    </dgm:pt>
    <dgm:pt modelId="{9A56B522-BF02-ED40-AF44-F3DC6A75FFE9}" type="sibTrans" cxnId="{DCA11A42-3A9A-5D41-A989-5AF8425FC84D}">
      <dgm:prSet/>
      <dgm:spPr/>
      <dgm:t>
        <a:bodyPr/>
        <a:lstStyle/>
        <a:p>
          <a:endParaRPr lang="en-US"/>
        </a:p>
      </dgm:t>
    </dgm:pt>
    <dgm:pt modelId="{6246B731-4E1D-3A48-8D4D-71B03404EE2E}">
      <dgm:prSet phldrT="[Text]"/>
      <dgm:spPr/>
      <dgm:t>
        <a:bodyPr/>
        <a:lstStyle/>
        <a:p>
          <a:r>
            <a:rPr lang="en-US" dirty="0"/>
            <a:t>5</a:t>
          </a:r>
        </a:p>
      </dgm:t>
    </dgm:pt>
    <dgm:pt modelId="{6DFD2D6F-DBB8-8E4B-8075-602A21EC8B15}" type="parTrans" cxnId="{3ABAC962-5F84-FD4B-ABFE-C3B7D7AC1BB6}">
      <dgm:prSet/>
      <dgm:spPr/>
      <dgm:t>
        <a:bodyPr/>
        <a:lstStyle/>
        <a:p>
          <a:endParaRPr lang="en-US"/>
        </a:p>
      </dgm:t>
    </dgm:pt>
    <dgm:pt modelId="{59F3213B-6C36-BB48-B796-BF1C82FC871F}" type="sibTrans" cxnId="{3ABAC962-5F84-FD4B-ABFE-C3B7D7AC1BB6}">
      <dgm:prSet/>
      <dgm:spPr/>
      <dgm:t>
        <a:bodyPr/>
        <a:lstStyle/>
        <a:p>
          <a:endParaRPr lang="en-US"/>
        </a:p>
      </dgm:t>
    </dgm:pt>
    <dgm:pt modelId="{51D65AEE-7DB0-BC48-BF9C-C9AD206B58E5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E7CB6A29-5E7C-6442-96FB-C610B52197A6}" type="parTrans" cxnId="{B8247706-8CED-F54E-855C-66A2FA4B4A28}">
      <dgm:prSet/>
      <dgm:spPr/>
      <dgm:t>
        <a:bodyPr/>
        <a:lstStyle/>
        <a:p>
          <a:endParaRPr lang="en-US"/>
        </a:p>
      </dgm:t>
    </dgm:pt>
    <dgm:pt modelId="{0837BF78-D301-2E48-97E3-9E9DA25FA67F}" type="sibTrans" cxnId="{B8247706-8CED-F54E-855C-66A2FA4B4A28}">
      <dgm:prSet/>
      <dgm:spPr/>
      <dgm:t>
        <a:bodyPr/>
        <a:lstStyle/>
        <a:p>
          <a:endParaRPr lang="en-US"/>
        </a:p>
      </dgm:t>
    </dgm:pt>
    <dgm:pt modelId="{4D015DFF-2A83-B745-9934-5D32C6E95300}">
      <dgm:prSet phldrT="[Text]"/>
      <dgm:spPr/>
      <dgm:t>
        <a:bodyPr/>
        <a:lstStyle/>
        <a:p>
          <a:r>
            <a:rPr lang="en-US" dirty="0"/>
            <a:t>2</a:t>
          </a:r>
        </a:p>
      </dgm:t>
    </dgm:pt>
    <dgm:pt modelId="{22422BED-6138-804C-A2C0-E7449B986D99}" type="parTrans" cxnId="{FB6C70D2-7FD9-8F42-9CEA-80A552B075E1}">
      <dgm:prSet/>
      <dgm:spPr/>
      <dgm:t>
        <a:bodyPr/>
        <a:lstStyle/>
        <a:p>
          <a:endParaRPr lang="en-US"/>
        </a:p>
      </dgm:t>
    </dgm:pt>
    <dgm:pt modelId="{2F9FA40F-CFC2-8C42-8DED-BD7254C11A3E}" type="sibTrans" cxnId="{FB6C70D2-7FD9-8F42-9CEA-80A552B075E1}">
      <dgm:prSet/>
      <dgm:spPr/>
      <dgm:t>
        <a:bodyPr/>
        <a:lstStyle/>
        <a:p>
          <a:endParaRPr lang="en-US"/>
        </a:p>
      </dgm:t>
    </dgm:pt>
    <dgm:pt modelId="{03A022C1-206F-1E49-B4A8-5D657C225E70}">
      <dgm:prSet phldrT="[Text]"/>
      <dgm:spPr/>
      <dgm:t>
        <a:bodyPr/>
        <a:lstStyle/>
        <a:p>
          <a:r>
            <a:rPr lang="en-US" dirty="0"/>
            <a:t>3</a:t>
          </a:r>
        </a:p>
      </dgm:t>
    </dgm:pt>
    <dgm:pt modelId="{B0AD18D7-9E00-8743-91A7-069F34E3FE1B}" type="parTrans" cxnId="{DC8CCAF2-E18A-2D4E-ABEB-CD0FFD0E19A1}">
      <dgm:prSet/>
      <dgm:spPr/>
      <dgm:t>
        <a:bodyPr/>
        <a:lstStyle/>
        <a:p>
          <a:endParaRPr lang="en-US"/>
        </a:p>
      </dgm:t>
    </dgm:pt>
    <dgm:pt modelId="{1B4C22B3-2AA5-2047-80FA-A0F3B23A84DB}" type="sibTrans" cxnId="{DC8CCAF2-E18A-2D4E-ABEB-CD0FFD0E19A1}">
      <dgm:prSet/>
      <dgm:spPr/>
      <dgm:t>
        <a:bodyPr/>
        <a:lstStyle/>
        <a:p>
          <a:endParaRPr lang="en-US"/>
        </a:p>
      </dgm:t>
    </dgm:pt>
    <dgm:pt modelId="{28A437E0-D612-0941-9476-5AEBE3423292}">
      <dgm:prSet phldrT="[Text]"/>
      <dgm:spPr/>
      <dgm:t>
        <a:bodyPr/>
        <a:lstStyle/>
        <a:p>
          <a:r>
            <a:rPr lang="en-US" dirty="0"/>
            <a:t>4</a:t>
          </a:r>
        </a:p>
      </dgm:t>
    </dgm:pt>
    <dgm:pt modelId="{52719ABE-BAAF-C34C-B822-1A7BAF1CC97C}" type="parTrans" cxnId="{A5E8835D-B703-514A-B869-B93E5E6ECB69}">
      <dgm:prSet/>
      <dgm:spPr/>
      <dgm:t>
        <a:bodyPr/>
        <a:lstStyle/>
        <a:p>
          <a:endParaRPr lang="en-US"/>
        </a:p>
      </dgm:t>
    </dgm:pt>
    <dgm:pt modelId="{E665FD5E-9272-6548-B906-E818FBFB6DF7}" type="sibTrans" cxnId="{A5E8835D-B703-514A-B869-B93E5E6ECB69}">
      <dgm:prSet/>
      <dgm:spPr/>
      <dgm:t>
        <a:bodyPr/>
        <a:lstStyle/>
        <a:p>
          <a:endParaRPr lang="en-US"/>
        </a:p>
      </dgm:t>
    </dgm:pt>
    <dgm:pt modelId="{1233A45D-417A-B44B-A12B-6F727C5B43B4}">
      <dgm:prSet phldrT="[Text]"/>
      <dgm:spPr/>
      <dgm:t>
        <a:bodyPr/>
        <a:lstStyle/>
        <a:p>
          <a:r>
            <a:rPr lang="en-US" dirty="0"/>
            <a:t>5</a:t>
          </a:r>
        </a:p>
      </dgm:t>
    </dgm:pt>
    <dgm:pt modelId="{B7F2C100-967B-1B42-B618-2CFE8FAD57AD}" type="parTrans" cxnId="{94932185-E87E-664F-9672-BCB79144AC71}">
      <dgm:prSet/>
      <dgm:spPr/>
      <dgm:t>
        <a:bodyPr/>
        <a:lstStyle/>
        <a:p>
          <a:endParaRPr lang="en-US"/>
        </a:p>
      </dgm:t>
    </dgm:pt>
    <dgm:pt modelId="{3F74461E-3BBC-C94D-A8AC-0E5524458142}" type="sibTrans" cxnId="{94932185-E87E-664F-9672-BCB79144AC71}">
      <dgm:prSet/>
      <dgm:spPr/>
      <dgm:t>
        <a:bodyPr/>
        <a:lstStyle/>
        <a:p>
          <a:endParaRPr lang="en-US"/>
        </a:p>
      </dgm:t>
    </dgm:pt>
    <dgm:pt modelId="{31D4AA21-4891-5F4D-B7CE-DF3AE13C7FB8}" type="pres">
      <dgm:prSet presAssocID="{2135FB4E-C618-604E-99E9-34977B13F20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E8021AB-AD2E-7044-BE0E-AB848A4CC2BB}" type="pres">
      <dgm:prSet presAssocID="{DC7EA80E-2E46-FC46-B425-CCCB7C22AF25}" presName="root" presStyleCnt="0"/>
      <dgm:spPr/>
    </dgm:pt>
    <dgm:pt modelId="{6E624597-C359-C343-B46C-5E3F7AB53CB1}" type="pres">
      <dgm:prSet presAssocID="{DC7EA80E-2E46-FC46-B425-CCCB7C22AF25}" presName="rootComposite" presStyleCnt="0"/>
      <dgm:spPr/>
    </dgm:pt>
    <dgm:pt modelId="{916019C8-A727-554C-90B7-7835C734A21A}" type="pres">
      <dgm:prSet presAssocID="{DC7EA80E-2E46-FC46-B425-CCCB7C22AF25}" presName="rootText" presStyleLbl="node1" presStyleIdx="0" presStyleCnt="3"/>
      <dgm:spPr/>
    </dgm:pt>
    <dgm:pt modelId="{DE63A334-9506-AB4F-896B-E2AA3E5D0036}" type="pres">
      <dgm:prSet presAssocID="{DC7EA80E-2E46-FC46-B425-CCCB7C22AF25}" presName="rootConnector" presStyleLbl="node1" presStyleIdx="0" presStyleCnt="3"/>
      <dgm:spPr/>
    </dgm:pt>
    <dgm:pt modelId="{038AE1DC-7612-654D-8679-33900FC37411}" type="pres">
      <dgm:prSet presAssocID="{DC7EA80E-2E46-FC46-B425-CCCB7C22AF25}" presName="childShape" presStyleCnt="0"/>
      <dgm:spPr/>
    </dgm:pt>
    <dgm:pt modelId="{C23D5EA2-299B-9446-85C1-67C56235FC76}" type="pres">
      <dgm:prSet presAssocID="{F141C546-2D72-3B4D-81B8-94FCE0359DF0}" presName="Name13" presStyleLbl="parChTrans1D2" presStyleIdx="0" presStyleCnt="15"/>
      <dgm:spPr/>
    </dgm:pt>
    <dgm:pt modelId="{052AC643-8799-9542-803D-36B676D57714}" type="pres">
      <dgm:prSet presAssocID="{B153559C-B0EA-DE48-8AEF-881819D26B9A}" presName="childText" presStyleLbl="bgAcc1" presStyleIdx="0" presStyleCnt="15">
        <dgm:presLayoutVars>
          <dgm:bulletEnabled val="1"/>
        </dgm:presLayoutVars>
      </dgm:prSet>
      <dgm:spPr/>
    </dgm:pt>
    <dgm:pt modelId="{9C78B427-5A33-B547-A92D-42F042E91C2B}" type="pres">
      <dgm:prSet presAssocID="{3F4AF2E5-4102-0341-95CF-F0DCB6F40473}" presName="Name13" presStyleLbl="parChTrans1D2" presStyleIdx="1" presStyleCnt="15"/>
      <dgm:spPr/>
    </dgm:pt>
    <dgm:pt modelId="{C80A2A4E-7C37-3142-A3AE-4DB283A605E7}" type="pres">
      <dgm:prSet presAssocID="{169C43AF-6604-BC4B-A509-1B48A2A68B77}" presName="childText" presStyleLbl="bgAcc1" presStyleIdx="1" presStyleCnt="15">
        <dgm:presLayoutVars>
          <dgm:bulletEnabled val="1"/>
        </dgm:presLayoutVars>
      </dgm:prSet>
      <dgm:spPr/>
    </dgm:pt>
    <dgm:pt modelId="{DDE24BC3-4978-494B-A976-E8E78DB1DFFA}" type="pres">
      <dgm:prSet presAssocID="{87A65CCD-6577-7245-93FB-C76060D8252F}" presName="Name13" presStyleLbl="parChTrans1D2" presStyleIdx="2" presStyleCnt="15"/>
      <dgm:spPr/>
    </dgm:pt>
    <dgm:pt modelId="{32C8F995-631C-B84A-AFB2-822875E26991}" type="pres">
      <dgm:prSet presAssocID="{DAA35038-984A-DA4D-93C7-E0D22C73331A}" presName="childText" presStyleLbl="bgAcc1" presStyleIdx="2" presStyleCnt="15">
        <dgm:presLayoutVars>
          <dgm:bulletEnabled val="1"/>
        </dgm:presLayoutVars>
      </dgm:prSet>
      <dgm:spPr/>
    </dgm:pt>
    <dgm:pt modelId="{8944C30A-34C7-F247-86BA-2CF905A12C7D}" type="pres">
      <dgm:prSet presAssocID="{6CB80A4B-3078-0B42-87BF-4B49F4076EE3}" presName="Name13" presStyleLbl="parChTrans1D2" presStyleIdx="3" presStyleCnt="15"/>
      <dgm:spPr/>
    </dgm:pt>
    <dgm:pt modelId="{D8800CA9-8C3F-E647-81C5-6A38C8D2C033}" type="pres">
      <dgm:prSet presAssocID="{C84F0F39-F5E9-7545-82E0-C9DB5F8B5F77}" presName="childText" presStyleLbl="bgAcc1" presStyleIdx="3" presStyleCnt="15">
        <dgm:presLayoutVars>
          <dgm:bulletEnabled val="1"/>
        </dgm:presLayoutVars>
      </dgm:prSet>
      <dgm:spPr/>
    </dgm:pt>
    <dgm:pt modelId="{D1C769FD-A7F5-F547-B477-7AC7A8E2C120}" type="pres">
      <dgm:prSet presAssocID="{04EBD365-EFC3-C74D-BB19-F0593B8D6D1C}" presName="Name13" presStyleLbl="parChTrans1D2" presStyleIdx="4" presStyleCnt="15"/>
      <dgm:spPr/>
    </dgm:pt>
    <dgm:pt modelId="{34319F54-B20F-A047-8D55-16E7B1264860}" type="pres">
      <dgm:prSet presAssocID="{830BDE93-A6AD-C541-A8E5-3612D659CE88}" presName="childText" presStyleLbl="bgAcc1" presStyleIdx="4" presStyleCnt="15">
        <dgm:presLayoutVars>
          <dgm:bulletEnabled val="1"/>
        </dgm:presLayoutVars>
      </dgm:prSet>
      <dgm:spPr/>
    </dgm:pt>
    <dgm:pt modelId="{AC75581C-999A-7741-A9D1-B8E4BB19C511}" type="pres">
      <dgm:prSet presAssocID="{CCBD50E4-A7A2-644C-AD9B-3F4ACE77A0EA}" presName="root" presStyleCnt="0"/>
      <dgm:spPr/>
    </dgm:pt>
    <dgm:pt modelId="{3F072A83-A31A-B94A-B21D-9B2285E987A0}" type="pres">
      <dgm:prSet presAssocID="{CCBD50E4-A7A2-644C-AD9B-3F4ACE77A0EA}" presName="rootComposite" presStyleCnt="0"/>
      <dgm:spPr/>
    </dgm:pt>
    <dgm:pt modelId="{55FD3B84-0773-D943-9999-F0A86C5CE1D5}" type="pres">
      <dgm:prSet presAssocID="{CCBD50E4-A7A2-644C-AD9B-3F4ACE77A0EA}" presName="rootText" presStyleLbl="node1" presStyleIdx="1" presStyleCnt="3"/>
      <dgm:spPr/>
    </dgm:pt>
    <dgm:pt modelId="{E54D3718-2954-6448-9CA2-3A535BC3D617}" type="pres">
      <dgm:prSet presAssocID="{CCBD50E4-A7A2-644C-AD9B-3F4ACE77A0EA}" presName="rootConnector" presStyleLbl="node1" presStyleIdx="1" presStyleCnt="3"/>
      <dgm:spPr/>
    </dgm:pt>
    <dgm:pt modelId="{D71D10E9-88E3-BE43-B130-08A13B245CE1}" type="pres">
      <dgm:prSet presAssocID="{CCBD50E4-A7A2-644C-AD9B-3F4ACE77A0EA}" presName="childShape" presStyleCnt="0"/>
      <dgm:spPr/>
    </dgm:pt>
    <dgm:pt modelId="{6B0A82AB-E4A9-5D43-8381-D79A8A0B377F}" type="pres">
      <dgm:prSet presAssocID="{21136B76-7608-C045-9920-A799F5F2EFD5}" presName="Name13" presStyleLbl="parChTrans1D2" presStyleIdx="5" presStyleCnt="15"/>
      <dgm:spPr/>
    </dgm:pt>
    <dgm:pt modelId="{E297079C-9FE7-DE43-BDCA-151D31B3EBA5}" type="pres">
      <dgm:prSet presAssocID="{34BE5C0B-FE6C-5041-87F8-306549559A1A}" presName="childText" presStyleLbl="bgAcc1" presStyleIdx="5" presStyleCnt="15">
        <dgm:presLayoutVars>
          <dgm:bulletEnabled val="1"/>
        </dgm:presLayoutVars>
      </dgm:prSet>
      <dgm:spPr/>
    </dgm:pt>
    <dgm:pt modelId="{414863C7-10AA-6D41-96D7-D850E71624E4}" type="pres">
      <dgm:prSet presAssocID="{EE01F73A-9E8F-FB41-B945-17F470B74571}" presName="Name13" presStyleLbl="parChTrans1D2" presStyleIdx="6" presStyleCnt="15"/>
      <dgm:spPr/>
    </dgm:pt>
    <dgm:pt modelId="{7033BBA1-9BB0-AD42-8009-45A075832406}" type="pres">
      <dgm:prSet presAssocID="{A073B0C2-E842-4940-A93C-3943082F8667}" presName="childText" presStyleLbl="bgAcc1" presStyleIdx="6" presStyleCnt="15">
        <dgm:presLayoutVars>
          <dgm:bulletEnabled val="1"/>
        </dgm:presLayoutVars>
      </dgm:prSet>
      <dgm:spPr/>
    </dgm:pt>
    <dgm:pt modelId="{BBE766D6-393A-8343-81FF-67B438F838DA}" type="pres">
      <dgm:prSet presAssocID="{ABC60ECF-D0BB-DC4C-A82C-077B297CF78F}" presName="Name13" presStyleLbl="parChTrans1D2" presStyleIdx="7" presStyleCnt="15"/>
      <dgm:spPr/>
    </dgm:pt>
    <dgm:pt modelId="{E4E38B12-EF79-D84E-A9C7-D769A3300BE3}" type="pres">
      <dgm:prSet presAssocID="{2F19E01E-825F-DC4F-ADC2-A231BC1BA272}" presName="childText" presStyleLbl="bgAcc1" presStyleIdx="7" presStyleCnt="15">
        <dgm:presLayoutVars>
          <dgm:bulletEnabled val="1"/>
        </dgm:presLayoutVars>
      </dgm:prSet>
      <dgm:spPr/>
    </dgm:pt>
    <dgm:pt modelId="{344B332E-9223-894E-82B5-8C26660F7825}" type="pres">
      <dgm:prSet presAssocID="{AE50C9FC-D6E8-5443-9F59-9E5C279851EF}" presName="Name13" presStyleLbl="parChTrans1D2" presStyleIdx="8" presStyleCnt="15"/>
      <dgm:spPr/>
    </dgm:pt>
    <dgm:pt modelId="{1CAA23D2-B509-4B45-A731-A0D192A1FC9A}" type="pres">
      <dgm:prSet presAssocID="{6F090CB9-314C-BC4F-8592-EB05536489E6}" presName="childText" presStyleLbl="bgAcc1" presStyleIdx="8" presStyleCnt="15">
        <dgm:presLayoutVars>
          <dgm:bulletEnabled val="1"/>
        </dgm:presLayoutVars>
      </dgm:prSet>
      <dgm:spPr/>
    </dgm:pt>
    <dgm:pt modelId="{7C0F72FA-9887-5946-A5E8-AA31BE1B8803}" type="pres">
      <dgm:prSet presAssocID="{6DFD2D6F-DBB8-8E4B-8075-602A21EC8B15}" presName="Name13" presStyleLbl="parChTrans1D2" presStyleIdx="9" presStyleCnt="15"/>
      <dgm:spPr/>
    </dgm:pt>
    <dgm:pt modelId="{362B5ABC-F653-1A47-B38D-859737E721FF}" type="pres">
      <dgm:prSet presAssocID="{6246B731-4E1D-3A48-8D4D-71B03404EE2E}" presName="childText" presStyleLbl="bgAcc1" presStyleIdx="9" presStyleCnt="15">
        <dgm:presLayoutVars>
          <dgm:bulletEnabled val="1"/>
        </dgm:presLayoutVars>
      </dgm:prSet>
      <dgm:spPr/>
    </dgm:pt>
    <dgm:pt modelId="{8A18DC77-C01E-6040-8E97-93ED8A214399}" type="pres">
      <dgm:prSet presAssocID="{60C79697-D05E-5E40-BCAC-C1127595BD37}" presName="root" presStyleCnt="0"/>
      <dgm:spPr/>
    </dgm:pt>
    <dgm:pt modelId="{C0548A18-4737-A14E-9614-8C99D5344AFC}" type="pres">
      <dgm:prSet presAssocID="{60C79697-D05E-5E40-BCAC-C1127595BD37}" presName="rootComposite" presStyleCnt="0"/>
      <dgm:spPr/>
    </dgm:pt>
    <dgm:pt modelId="{07A7A394-887B-FA4B-8055-7F02E8B458C0}" type="pres">
      <dgm:prSet presAssocID="{60C79697-D05E-5E40-BCAC-C1127595BD37}" presName="rootText" presStyleLbl="node1" presStyleIdx="2" presStyleCnt="3"/>
      <dgm:spPr/>
    </dgm:pt>
    <dgm:pt modelId="{A24B0DB6-0F7D-CA44-8460-4C81565D508D}" type="pres">
      <dgm:prSet presAssocID="{60C79697-D05E-5E40-BCAC-C1127595BD37}" presName="rootConnector" presStyleLbl="node1" presStyleIdx="2" presStyleCnt="3"/>
      <dgm:spPr/>
    </dgm:pt>
    <dgm:pt modelId="{650CFFD8-9939-7D42-BF7D-96D6B790C96E}" type="pres">
      <dgm:prSet presAssocID="{60C79697-D05E-5E40-BCAC-C1127595BD37}" presName="childShape" presStyleCnt="0"/>
      <dgm:spPr/>
    </dgm:pt>
    <dgm:pt modelId="{579638E2-BA92-8346-B80B-B8804E0B8CDC}" type="pres">
      <dgm:prSet presAssocID="{E7CB6A29-5E7C-6442-96FB-C610B52197A6}" presName="Name13" presStyleLbl="parChTrans1D2" presStyleIdx="10" presStyleCnt="15"/>
      <dgm:spPr/>
    </dgm:pt>
    <dgm:pt modelId="{0C89370B-D962-8348-A3DD-757EBE5380D4}" type="pres">
      <dgm:prSet presAssocID="{51D65AEE-7DB0-BC48-BF9C-C9AD206B58E5}" presName="childText" presStyleLbl="bgAcc1" presStyleIdx="10" presStyleCnt="15">
        <dgm:presLayoutVars>
          <dgm:bulletEnabled val="1"/>
        </dgm:presLayoutVars>
      </dgm:prSet>
      <dgm:spPr/>
    </dgm:pt>
    <dgm:pt modelId="{E4726EB2-A436-0148-9481-565C4D05BB21}" type="pres">
      <dgm:prSet presAssocID="{22422BED-6138-804C-A2C0-E7449B986D99}" presName="Name13" presStyleLbl="parChTrans1D2" presStyleIdx="11" presStyleCnt="15"/>
      <dgm:spPr/>
    </dgm:pt>
    <dgm:pt modelId="{6E4191B4-DB18-2248-BD5E-2B250207212B}" type="pres">
      <dgm:prSet presAssocID="{4D015DFF-2A83-B745-9934-5D32C6E95300}" presName="childText" presStyleLbl="bgAcc1" presStyleIdx="11" presStyleCnt="15">
        <dgm:presLayoutVars>
          <dgm:bulletEnabled val="1"/>
        </dgm:presLayoutVars>
      </dgm:prSet>
      <dgm:spPr/>
    </dgm:pt>
    <dgm:pt modelId="{87E4666B-CB32-D945-8E73-8F9C70DD43A6}" type="pres">
      <dgm:prSet presAssocID="{B0AD18D7-9E00-8743-91A7-069F34E3FE1B}" presName="Name13" presStyleLbl="parChTrans1D2" presStyleIdx="12" presStyleCnt="15"/>
      <dgm:spPr/>
    </dgm:pt>
    <dgm:pt modelId="{28748869-332D-5445-B0FA-2BC1DFCBD403}" type="pres">
      <dgm:prSet presAssocID="{03A022C1-206F-1E49-B4A8-5D657C225E70}" presName="childText" presStyleLbl="bgAcc1" presStyleIdx="12" presStyleCnt="15">
        <dgm:presLayoutVars>
          <dgm:bulletEnabled val="1"/>
        </dgm:presLayoutVars>
      </dgm:prSet>
      <dgm:spPr/>
    </dgm:pt>
    <dgm:pt modelId="{5AAEF600-554B-6C4C-9421-8FFEE90E2E9C}" type="pres">
      <dgm:prSet presAssocID="{52719ABE-BAAF-C34C-B822-1A7BAF1CC97C}" presName="Name13" presStyleLbl="parChTrans1D2" presStyleIdx="13" presStyleCnt="15"/>
      <dgm:spPr/>
    </dgm:pt>
    <dgm:pt modelId="{A29DE823-E641-B34F-9EA3-B9D5D8941FE3}" type="pres">
      <dgm:prSet presAssocID="{28A437E0-D612-0941-9476-5AEBE3423292}" presName="childText" presStyleLbl="bgAcc1" presStyleIdx="13" presStyleCnt="15">
        <dgm:presLayoutVars>
          <dgm:bulletEnabled val="1"/>
        </dgm:presLayoutVars>
      </dgm:prSet>
      <dgm:spPr/>
    </dgm:pt>
    <dgm:pt modelId="{48D3A515-D2FB-1D4E-865E-EE359B8343C4}" type="pres">
      <dgm:prSet presAssocID="{B7F2C100-967B-1B42-B618-2CFE8FAD57AD}" presName="Name13" presStyleLbl="parChTrans1D2" presStyleIdx="14" presStyleCnt="15"/>
      <dgm:spPr/>
    </dgm:pt>
    <dgm:pt modelId="{BE8FF3F9-A67B-194D-893D-300EF5EFFCD8}" type="pres">
      <dgm:prSet presAssocID="{1233A45D-417A-B44B-A12B-6F727C5B43B4}" presName="childText" presStyleLbl="bgAcc1" presStyleIdx="14" presStyleCnt="15">
        <dgm:presLayoutVars>
          <dgm:bulletEnabled val="1"/>
        </dgm:presLayoutVars>
      </dgm:prSet>
      <dgm:spPr/>
    </dgm:pt>
  </dgm:ptLst>
  <dgm:cxnLst>
    <dgm:cxn modelId="{6B4D1F03-0CBC-8843-BB77-BA1B09FBC0AF}" srcId="{2135FB4E-C618-604E-99E9-34977B13F202}" destId="{60C79697-D05E-5E40-BCAC-C1127595BD37}" srcOrd="2" destOrd="0" parTransId="{A28E7D12-6D0B-2848-B62E-EF1FB54103F4}" sibTransId="{6D1260AD-E87E-464C-81E5-29B0D2FC9607}"/>
    <dgm:cxn modelId="{B8247706-8CED-F54E-855C-66A2FA4B4A28}" srcId="{60C79697-D05E-5E40-BCAC-C1127595BD37}" destId="{51D65AEE-7DB0-BC48-BF9C-C9AD206B58E5}" srcOrd="0" destOrd="0" parTransId="{E7CB6A29-5E7C-6442-96FB-C610B52197A6}" sibTransId="{0837BF78-D301-2E48-97E3-9E9DA25FA67F}"/>
    <dgm:cxn modelId="{36A0E313-6C0E-2B47-965C-88DD1006FBEE}" type="presOf" srcId="{2F19E01E-825F-DC4F-ADC2-A231BC1BA272}" destId="{E4E38B12-EF79-D84E-A9C7-D769A3300BE3}" srcOrd="0" destOrd="0" presId="urn:microsoft.com/office/officeart/2005/8/layout/hierarchy3"/>
    <dgm:cxn modelId="{7256211B-8F1A-FC4A-9C37-801DF30FDDBD}" type="presOf" srcId="{AE50C9FC-D6E8-5443-9F59-9E5C279851EF}" destId="{344B332E-9223-894E-82B5-8C26660F7825}" srcOrd="0" destOrd="0" presId="urn:microsoft.com/office/officeart/2005/8/layout/hierarchy3"/>
    <dgm:cxn modelId="{22AC751B-7A4A-5D4A-8E64-43FB230E9B6D}" type="presOf" srcId="{6CB80A4B-3078-0B42-87BF-4B49F4076EE3}" destId="{8944C30A-34C7-F247-86BA-2CF905A12C7D}" srcOrd="0" destOrd="0" presId="urn:microsoft.com/office/officeart/2005/8/layout/hierarchy3"/>
    <dgm:cxn modelId="{A69BCE26-488A-DA40-8B53-9DF0D629177F}" srcId="{2135FB4E-C618-604E-99E9-34977B13F202}" destId="{DC7EA80E-2E46-FC46-B425-CCCB7C22AF25}" srcOrd="0" destOrd="0" parTransId="{4A99D5D9-4DFE-CB41-97B3-0A24D7127501}" sibTransId="{722E26D5-1A43-264E-ADB7-30BF6D08B7EA}"/>
    <dgm:cxn modelId="{D797DA2B-DC17-9549-A256-20673F25A097}" type="presOf" srcId="{60C79697-D05E-5E40-BCAC-C1127595BD37}" destId="{07A7A394-887B-FA4B-8055-7F02E8B458C0}" srcOrd="0" destOrd="0" presId="urn:microsoft.com/office/officeart/2005/8/layout/hierarchy3"/>
    <dgm:cxn modelId="{E320D83E-BEFF-724E-95DD-021A4DCCD8C9}" type="presOf" srcId="{830BDE93-A6AD-C541-A8E5-3612D659CE88}" destId="{34319F54-B20F-A047-8D55-16E7B1264860}" srcOrd="0" destOrd="0" presId="urn:microsoft.com/office/officeart/2005/8/layout/hierarchy3"/>
    <dgm:cxn modelId="{DCA11A42-3A9A-5D41-A989-5AF8425FC84D}" srcId="{CCBD50E4-A7A2-644C-AD9B-3F4ACE77A0EA}" destId="{6F090CB9-314C-BC4F-8592-EB05536489E6}" srcOrd="3" destOrd="0" parTransId="{AE50C9FC-D6E8-5443-9F59-9E5C279851EF}" sibTransId="{9A56B522-BF02-ED40-AF44-F3DC6A75FFE9}"/>
    <dgm:cxn modelId="{CD07D543-69A0-A744-8315-2C4FC81C82E5}" type="presOf" srcId="{B153559C-B0EA-DE48-8AEF-881819D26B9A}" destId="{052AC643-8799-9542-803D-36B676D57714}" srcOrd="0" destOrd="0" presId="urn:microsoft.com/office/officeart/2005/8/layout/hierarchy3"/>
    <dgm:cxn modelId="{7F0E9247-1818-6E49-A60C-2F4B3CCBFFFA}" type="presOf" srcId="{3F4AF2E5-4102-0341-95CF-F0DCB6F40473}" destId="{9C78B427-5A33-B547-A92D-42F042E91C2B}" srcOrd="0" destOrd="0" presId="urn:microsoft.com/office/officeart/2005/8/layout/hierarchy3"/>
    <dgm:cxn modelId="{F67AEF4C-992F-FB49-83E0-704B309ABCBD}" type="presOf" srcId="{F141C546-2D72-3B4D-81B8-94FCE0359DF0}" destId="{C23D5EA2-299B-9446-85C1-67C56235FC76}" srcOrd="0" destOrd="0" presId="urn:microsoft.com/office/officeart/2005/8/layout/hierarchy3"/>
    <dgm:cxn modelId="{C1CB8E52-4347-B940-A934-95010B6A7F49}" type="presOf" srcId="{60C79697-D05E-5E40-BCAC-C1127595BD37}" destId="{A24B0DB6-0F7D-CA44-8460-4C81565D508D}" srcOrd="1" destOrd="0" presId="urn:microsoft.com/office/officeart/2005/8/layout/hierarchy3"/>
    <dgm:cxn modelId="{7E5B5B59-082C-294B-8ED1-09006F6CF30E}" type="presOf" srcId="{03A022C1-206F-1E49-B4A8-5D657C225E70}" destId="{28748869-332D-5445-B0FA-2BC1DFCBD403}" srcOrd="0" destOrd="0" presId="urn:microsoft.com/office/officeart/2005/8/layout/hierarchy3"/>
    <dgm:cxn modelId="{6BCF0D5A-F9F4-AF44-A007-F158DAFF0690}" type="presOf" srcId="{28A437E0-D612-0941-9476-5AEBE3423292}" destId="{A29DE823-E641-B34F-9EA3-B9D5D8941FE3}" srcOrd="0" destOrd="0" presId="urn:microsoft.com/office/officeart/2005/8/layout/hierarchy3"/>
    <dgm:cxn modelId="{A5E8835D-B703-514A-B869-B93E5E6ECB69}" srcId="{60C79697-D05E-5E40-BCAC-C1127595BD37}" destId="{28A437E0-D612-0941-9476-5AEBE3423292}" srcOrd="3" destOrd="0" parTransId="{52719ABE-BAAF-C34C-B822-1A7BAF1CC97C}" sibTransId="{E665FD5E-9272-6548-B906-E818FBFB6DF7}"/>
    <dgm:cxn modelId="{F681655E-EDA9-CB42-97BF-F2731BD67761}" srcId="{CCBD50E4-A7A2-644C-AD9B-3F4ACE77A0EA}" destId="{2F19E01E-825F-DC4F-ADC2-A231BC1BA272}" srcOrd="2" destOrd="0" parTransId="{ABC60ECF-D0BB-DC4C-A82C-077B297CF78F}" sibTransId="{3194AE7B-5DE0-8E4E-95BB-AD16C828C488}"/>
    <dgm:cxn modelId="{5F2A2360-9890-014A-8EFB-3A58C8CA84FF}" srcId="{2135FB4E-C618-604E-99E9-34977B13F202}" destId="{CCBD50E4-A7A2-644C-AD9B-3F4ACE77A0EA}" srcOrd="1" destOrd="0" parTransId="{DE4EB27E-A7C2-2546-8B36-FDD189D4C567}" sibTransId="{B0D2E746-153F-CB4A-BD00-304467DB31CB}"/>
    <dgm:cxn modelId="{3ABAC962-5F84-FD4B-ABFE-C3B7D7AC1BB6}" srcId="{CCBD50E4-A7A2-644C-AD9B-3F4ACE77A0EA}" destId="{6246B731-4E1D-3A48-8D4D-71B03404EE2E}" srcOrd="4" destOrd="0" parTransId="{6DFD2D6F-DBB8-8E4B-8075-602A21EC8B15}" sibTransId="{59F3213B-6C36-BB48-B796-BF1C82FC871F}"/>
    <dgm:cxn modelId="{148F6965-0EEC-1C43-97BC-C0E7175A9619}" type="presOf" srcId="{C84F0F39-F5E9-7545-82E0-C9DB5F8B5F77}" destId="{D8800CA9-8C3F-E647-81C5-6A38C8D2C033}" srcOrd="0" destOrd="0" presId="urn:microsoft.com/office/officeart/2005/8/layout/hierarchy3"/>
    <dgm:cxn modelId="{B69D9A66-2212-604D-BC6B-3044F5F2A946}" type="presOf" srcId="{ABC60ECF-D0BB-DC4C-A82C-077B297CF78F}" destId="{BBE766D6-393A-8343-81FF-67B438F838DA}" srcOrd="0" destOrd="0" presId="urn:microsoft.com/office/officeart/2005/8/layout/hierarchy3"/>
    <dgm:cxn modelId="{6AE5F87D-A8D1-5A48-8E4D-CEAA2AA3B7BD}" type="presOf" srcId="{6246B731-4E1D-3A48-8D4D-71B03404EE2E}" destId="{362B5ABC-F653-1A47-B38D-859737E721FF}" srcOrd="0" destOrd="0" presId="urn:microsoft.com/office/officeart/2005/8/layout/hierarchy3"/>
    <dgm:cxn modelId="{94932185-E87E-664F-9672-BCB79144AC71}" srcId="{60C79697-D05E-5E40-BCAC-C1127595BD37}" destId="{1233A45D-417A-B44B-A12B-6F727C5B43B4}" srcOrd="4" destOrd="0" parTransId="{B7F2C100-967B-1B42-B618-2CFE8FAD57AD}" sibTransId="{3F74461E-3BBC-C94D-A8AC-0E5524458142}"/>
    <dgm:cxn modelId="{7063F287-5DAC-5F47-99BA-9067F565865F}" type="presOf" srcId="{CCBD50E4-A7A2-644C-AD9B-3F4ACE77A0EA}" destId="{E54D3718-2954-6448-9CA2-3A535BC3D617}" srcOrd="1" destOrd="0" presId="urn:microsoft.com/office/officeart/2005/8/layout/hierarchy3"/>
    <dgm:cxn modelId="{EB8ECE8A-B665-E549-83CC-7DD1A47EDA86}" type="presOf" srcId="{DC7EA80E-2E46-FC46-B425-CCCB7C22AF25}" destId="{DE63A334-9506-AB4F-896B-E2AA3E5D0036}" srcOrd="1" destOrd="0" presId="urn:microsoft.com/office/officeart/2005/8/layout/hierarchy3"/>
    <dgm:cxn modelId="{040F828B-3304-8841-96C8-8EBA545911C4}" type="presOf" srcId="{DC7EA80E-2E46-FC46-B425-CCCB7C22AF25}" destId="{916019C8-A727-554C-90B7-7835C734A21A}" srcOrd="0" destOrd="0" presId="urn:microsoft.com/office/officeart/2005/8/layout/hierarchy3"/>
    <dgm:cxn modelId="{5F86678F-9611-1243-9F39-06F8897D821E}" type="presOf" srcId="{DAA35038-984A-DA4D-93C7-E0D22C73331A}" destId="{32C8F995-631C-B84A-AFB2-822875E26991}" srcOrd="0" destOrd="0" presId="urn:microsoft.com/office/officeart/2005/8/layout/hierarchy3"/>
    <dgm:cxn modelId="{DEC44296-584E-804F-A72C-C98845B981F8}" type="presOf" srcId="{4D015DFF-2A83-B745-9934-5D32C6E95300}" destId="{6E4191B4-DB18-2248-BD5E-2B250207212B}" srcOrd="0" destOrd="0" presId="urn:microsoft.com/office/officeart/2005/8/layout/hierarchy3"/>
    <dgm:cxn modelId="{CE584699-B70E-884C-9358-CCF82BA4CAD7}" type="presOf" srcId="{6F090CB9-314C-BC4F-8592-EB05536489E6}" destId="{1CAA23D2-B509-4B45-A731-A0D192A1FC9A}" srcOrd="0" destOrd="0" presId="urn:microsoft.com/office/officeart/2005/8/layout/hierarchy3"/>
    <dgm:cxn modelId="{5CC00EA1-61CE-0948-8809-FA3548A66D06}" type="presOf" srcId="{E7CB6A29-5E7C-6442-96FB-C610B52197A6}" destId="{579638E2-BA92-8346-B80B-B8804E0B8CDC}" srcOrd="0" destOrd="0" presId="urn:microsoft.com/office/officeart/2005/8/layout/hierarchy3"/>
    <dgm:cxn modelId="{A05E7EA1-5CB2-B545-B717-799C719E5167}" type="presOf" srcId="{21136B76-7608-C045-9920-A799F5F2EFD5}" destId="{6B0A82AB-E4A9-5D43-8381-D79A8A0B377F}" srcOrd="0" destOrd="0" presId="urn:microsoft.com/office/officeart/2005/8/layout/hierarchy3"/>
    <dgm:cxn modelId="{A41BF6A5-D865-1A45-977F-4A4E9AD99A9F}" type="presOf" srcId="{34BE5C0B-FE6C-5041-87F8-306549559A1A}" destId="{E297079C-9FE7-DE43-BDCA-151D31B3EBA5}" srcOrd="0" destOrd="0" presId="urn:microsoft.com/office/officeart/2005/8/layout/hierarchy3"/>
    <dgm:cxn modelId="{86C2F4B0-92B5-3D4F-A0EE-D9B3854B8412}" srcId="{DC7EA80E-2E46-FC46-B425-CCCB7C22AF25}" destId="{C84F0F39-F5E9-7545-82E0-C9DB5F8B5F77}" srcOrd="3" destOrd="0" parTransId="{6CB80A4B-3078-0B42-87BF-4B49F4076EE3}" sibTransId="{78FFAB12-D924-2E49-A984-28B50BC11D38}"/>
    <dgm:cxn modelId="{91E8DCB3-929B-7843-B896-AD9901694D52}" type="presOf" srcId="{1233A45D-417A-B44B-A12B-6F727C5B43B4}" destId="{BE8FF3F9-A67B-194D-893D-300EF5EFFCD8}" srcOrd="0" destOrd="0" presId="urn:microsoft.com/office/officeart/2005/8/layout/hierarchy3"/>
    <dgm:cxn modelId="{F5E76EB5-86F6-4C41-BE7D-B9D492A67DC8}" srcId="{CCBD50E4-A7A2-644C-AD9B-3F4ACE77A0EA}" destId="{34BE5C0B-FE6C-5041-87F8-306549559A1A}" srcOrd="0" destOrd="0" parTransId="{21136B76-7608-C045-9920-A799F5F2EFD5}" sibTransId="{F78FB021-1FB3-C24B-80FE-EDF27E9C6E05}"/>
    <dgm:cxn modelId="{2A95CFB8-FDAB-4D4E-8418-C668AEA4AC42}" srcId="{CCBD50E4-A7A2-644C-AD9B-3F4ACE77A0EA}" destId="{A073B0C2-E842-4940-A93C-3943082F8667}" srcOrd="1" destOrd="0" parTransId="{EE01F73A-9E8F-FB41-B945-17F470B74571}" sibTransId="{4057B9FB-1222-FA43-81C5-106B110AB9F0}"/>
    <dgm:cxn modelId="{94DF7EC7-E890-CD4E-B33C-71A295480985}" type="presOf" srcId="{EE01F73A-9E8F-FB41-B945-17F470B74571}" destId="{414863C7-10AA-6D41-96D7-D850E71624E4}" srcOrd="0" destOrd="0" presId="urn:microsoft.com/office/officeart/2005/8/layout/hierarchy3"/>
    <dgm:cxn modelId="{FB6C70D2-7FD9-8F42-9CEA-80A552B075E1}" srcId="{60C79697-D05E-5E40-BCAC-C1127595BD37}" destId="{4D015DFF-2A83-B745-9934-5D32C6E95300}" srcOrd="1" destOrd="0" parTransId="{22422BED-6138-804C-A2C0-E7449B986D99}" sibTransId="{2F9FA40F-CFC2-8C42-8DED-BD7254C11A3E}"/>
    <dgm:cxn modelId="{C56E6AD3-5475-2A47-B42E-043472D2FBBA}" type="presOf" srcId="{04EBD365-EFC3-C74D-BB19-F0593B8D6D1C}" destId="{D1C769FD-A7F5-F547-B477-7AC7A8E2C120}" srcOrd="0" destOrd="0" presId="urn:microsoft.com/office/officeart/2005/8/layout/hierarchy3"/>
    <dgm:cxn modelId="{9AD022D4-1C22-B640-B269-4C2CD49D4262}" type="presOf" srcId="{52719ABE-BAAF-C34C-B822-1A7BAF1CC97C}" destId="{5AAEF600-554B-6C4C-9421-8FFEE90E2E9C}" srcOrd="0" destOrd="0" presId="urn:microsoft.com/office/officeart/2005/8/layout/hierarchy3"/>
    <dgm:cxn modelId="{8B1DCFD5-F876-E747-9520-764EF50465E0}" srcId="{DC7EA80E-2E46-FC46-B425-CCCB7C22AF25}" destId="{169C43AF-6604-BC4B-A509-1B48A2A68B77}" srcOrd="1" destOrd="0" parTransId="{3F4AF2E5-4102-0341-95CF-F0DCB6F40473}" sibTransId="{E11F8B9A-9CE8-4B4D-9CB3-6B060C34B8D3}"/>
    <dgm:cxn modelId="{86650AD7-FFDB-BA41-A34F-58E62DB3049A}" type="presOf" srcId="{A073B0C2-E842-4940-A93C-3943082F8667}" destId="{7033BBA1-9BB0-AD42-8009-45A075832406}" srcOrd="0" destOrd="0" presId="urn:microsoft.com/office/officeart/2005/8/layout/hierarchy3"/>
    <dgm:cxn modelId="{EABBC2D7-E25D-AC46-AF36-0EB020D10BC5}" type="presOf" srcId="{2135FB4E-C618-604E-99E9-34977B13F202}" destId="{31D4AA21-4891-5F4D-B7CE-DF3AE13C7FB8}" srcOrd="0" destOrd="0" presId="urn:microsoft.com/office/officeart/2005/8/layout/hierarchy3"/>
    <dgm:cxn modelId="{C453C3D8-2208-B44D-87D8-8DEF5DA10B3B}" type="presOf" srcId="{22422BED-6138-804C-A2C0-E7449B986D99}" destId="{E4726EB2-A436-0148-9481-565C4D05BB21}" srcOrd="0" destOrd="0" presId="urn:microsoft.com/office/officeart/2005/8/layout/hierarchy3"/>
    <dgm:cxn modelId="{A4544DDE-ADA0-2C42-B23B-BF193AE7076B}" type="presOf" srcId="{CCBD50E4-A7A2-644C-AD9B-3F4ACE77A0EA}" destId="{55FD3B84-0773-D943-9999-F0A86C5CE1D5}" srcOrd="0" destOrd="0" presId="urn:microsoft.com/office/officeart/2005/8/layout/hierarchy3"/>
    <dgm:cxn modelId="{D1E798E4-D396-C546-9034-D192FD3798D6}" srcId="{DC7EA80E-2E46-FC46-B425-CCCB7C22AF25}" destId="{830BDE93-A6AD-C541-A8E5-3612D659CE88}" srcOrd="4" destOrd="0" parTransId="{04EBD365-EFC3-C74D-BB19-F0593B8D6D1C}" sibTransId="{66B4B1CA-0310-534D-BC89-EE9E7BC079A9}"/>
    <dgm:cxn modelId="{DFC00AEC-6B67-AD48-8BB4-A06BC9341C9F}" srcId="{DC7EA80E-2E46-FC46-B425-CCCB7C22AF25}" destId="{B153559C-B0EA-DE48-8AEF-881819D26B9A}" srcOrd="0" destOrd="0" parTransId="{F141C546-2D72-3B4D-81B8-94FCE0359DF0}" sibTransId="{7FCA7538-5555-EE42-9EFC-E60EB6BB1AC7}"/>
    <dgm:cxn modelId="{8F7A8FED-F146-5840-AD30-7FE44802A72B}" type="presOf" srcId="{6DFD2D6F-DBB8-8E4B-8075-602A21EC8B15}" destId="{7C0F72FA-9887-5946-A5E8-AA31BE1B8803}" srcOrd="0" destOrd="0" presId="urn:microsoft.com/office/officeart/2005/8/layout/hierarchy3"/>
    <dgm:cxn modelId="{7439F2F0-D1A2-2546-8D00-E1F634DE3813}" type="presOf" srcId="{87A65CCD-6577-7245-93FB-C76060D8252F}" destId="{DDE24BC3-4978-494B-A976-E8E78DB1DFFA}" srcOrd="0" destOrd="0" presId="urn:microsoft.com/office/officeart/2005/8/layout/hierarchy3"/>
    <dgm:cxn modelId="{DC8CCAF2-E18A-2D4E-ABEB-CD0FFD0E19A1}" srcId="{60C79697-D05E-5E40-BCAC-C1127595BD37}" destId="{03A022C1-206F-1E49-B4A8-5D657C225E70}" srcOrd="2" destOrd="0" parTransId="{B0AD18D7-9E00-8743-91A7-069F34E3FE1B}" sibTransId="{1B4C22B3-2AA5-2047-80FA-A0F3B23A84DB}"/>
    <dgm:cxn modelId="{21E879F6-67BA-924C-97F8-689D2A2D3343}" type="presOf" srcId="{51D65AEE-7DB0-BC48-BF9C-C9AD206B58E5}" destId="{0C89370B-D962-8348-A3DD-757EBE5380D4}" srcOrd="0" destOrd="0" presId="urn:microsoft.com/office/officeart/2005/8/layout/hierarchy3"/>
    <dgm:cxn modelId="{72A9D7F6-AF24-1346-B4FB-B11F380CCF72}" type="presOf" srcId="{B0AD18D7-9E00-8743-91A7-069F34E3FE1B}" destId="{87E4666B-CB32-D945-8E73-8F9C70DD43A6}" srcOrd="0" destOrd="0" presId="urn:microsoft.com/office/officeart/2005/8/layout/hierarchy3"/>
    <dgm:cxn modelId="{2E71E8F6-3F00-CE4C-8F8A-63D2080D38F3}" type="presOf" srcId="{169C43AF-6604-BC4B-A509-1B48A2A68B77}" destId="{C80A2A4E-7C37-3142-A3AE-4DB283A605E7}" srcOrd="0" destOrd="0" presId="urn:microsoft.com/office/officeart/2005/8/layout/hierarchy3"/>
    <dgm:cxn modelId="{C25F49F7-E579-B247-A62B-78620B3E1BD1}" type="presOf" srcId="{B7F2C100-967B-1B42-B618-2CFE8FAD57AD}" destId="{48D3A515-D2FB-1D4E-865E-EE359B8343C4}" srcOrd="0" destOrd="0" presId="urn:microsoft.com/office/officeart/2005/8/layout/hierarchy3"/>
    <dgm:cxn modelId="{7782FBFB-A0FE-6C4E-A49D-10843C97BA58}" srcId="{DC7EA80E-2E46-FC46-B425-CCCB7C22AF25}" destId="{DAA35038-984A-DA4D-93C7-E0D22C73331A}" srcOrd="2" destOrd="0" parTransId="{87A65CCD-6577-7245-93FB-C76060D8252F}" sibTransId="{870AD1F3-855C-B340-8301-4BB77F85BAB7}"/>
    <dgm:cxn modelId="{C86FB698-3BFB-5A4F-BC5C-31753A2A2447}" type="presParOf" srcId="{31D4AA21-4891-5F4D-B7CE-DF3AE13C7FB8}" destId="{3E8021AB-AD2E-7044-BE0E-AB848A4CC2BB}" srcOrd="0" destOrd="0" presId="urn:microsoft.com/office/officeart/2005/8/layout/hierarchy3"/>
    <dgm:cxn modelId="{8E584BCE-40A1-D44C-B290-8849CD01ADE2}" type="presParOf" srcId="{3E8021AB-AD2E-7044-BE0E-AB848A4CC2BB}" destId="{6E624597-C359-C343-B46C-5E3F7AB53CB1}" srcOrd="0" destOrd="0" presId="urn:microsoft.com/office/officeart/2005/8/layout/hierarchy3"/>
    <dgm:cxn modelId="{19F75D41-C90B-2545-BE22-7E44FE02B127}" type="presParOf" srcId="{6E624597-C359-C343-B46C-5E3F7AB53CB1}" destId="{916019C8-A727-554C-90B7-7835C734A21A}" srcOrd="0" destOrd="0" presId="urn:microsoft.com/office/officeart/2005/8/layout/hierarchy3"/>
    <dgm:cxn modelId="{B844F6FF-406F-1549-BF93-0620A4ACE293}" type="presParOf" srcId="{6E624597-C359-C343-B46C-5E3F7AB53CB1}" destId="{DE63A334-9506-AB4F-896B-E2AA3E5D0036}" srcOrd="1" destOrd="0" presId="urn:microsoft.com/office/officeart/2005/8/layout/hierarchy3"/>
    <dgm:cxn modelId="{BAFF4B87-CC11-E04D-A828-D524FCA11067}" type="presParOf" srcId="{3E8021AB-AD2E-7044-BE0E-AB848A4CC2BB}" destId="{038AE1DC-7612-654D-8679-33900FC37411}" srcOrd="1" destOrd="0" presId="urn:microsoft.com/office/officeart/2005/8/layout/hierarchy3"/>
    <dgm:cxn modelId="{E8A01091-4825-924A-AFD9-479889D9BF47}" type="presParOf" srcId="{038AE1DC-7612-654D-8679-33900FC37411}" destId="{C23D5EA2-299B-9446-85C1-67C56235FC76}" srcOrd="0" destOrd="0" presId="urn:microsoft.com/office/officeart/2005/8/layout/hierarchy3"/>
    <dgm:cxn modelId="{E936BFAA-9CA9-294D-904F-A6B6F5E86861}" type="presParOf" srcId="{038AE1DC-7612-654D-8679-33900FC37411}" destId="{052AC643-8799-9542-803D-36B676D57714}" srcOrd="1" destOrd="0" presId="urn:microsoft.com/office/officeart/2005/8/layout/hierarchy3"/>
    <dgm:cxn modelId="{7111B45E-18C7-0B48-B9E3-F9B2B00ED662}" type="presParOf" srcId="{038AE1DC-7612-654D-8679-33900FC37411}" destId="{9C78B427-5A33-B547-A92D-42F042E91C2B}" srcOrd="2" destOrd="0" presId="urn:microsoft.com/office/officeart/2005/8/layout/hierarchy3"/>
    <dgm:cxn modelId="{157465F2-C72B-5242-BB4C-72B268F067F7}" type="presParOf" srcId="{038AE1DC-7612-654D-8679-33900FC37411}" destId="{C80A2A4E-7C37-3142-A3AE-4DB283A605E7}" srcOrd="3" destOrd="0" presId="urn:microsoft.com/office/officeart/2005/8/layout/hierarchy3"/>
    <dgm:cxn modelId="{9D9D1030-A83B-4442-98DF-AF75FA342EFE}" type="presParOf" srcId="{038AE1DC-7612-654D-8679-33900FC37411}" destId="{DDE24BC3-4978-494B-A976-E8E78DB1DFFA}" srcOrd="4" destOrd="0" presId="urn:microsoft.com/office/officeart/2005/8/layout/hierarchy3"/>
    <dgm:cxn modelId="{71E8EB33-2B9C-7440-A9D1-E659E179AE0A}" type="presParOf" srcId="{038AE1DC-7612-654D-8679-33900FC37411}" destId="{32C8F995-631C-B84A-AFB2-822875E26991}" srcOrd="5" destOrd="0" presId="urn:microsoft.com/office/officeart/2005/8/layout/hierarchy3"/>
    <dgm:cxn modelId="{FAFF1189-E61C-B64E-945F-96D47B6AD095}" type="presParOf" srcId="{038AE1DC-7612-654D-8679-33900FC37411}" destId="{8944C30A-34C7-F247-86BA-2CF905A12C7D}" srcOrd="6" destOrd="0" presId="urn:microsoft.com/office/officeart/2005/8/layout/hierarchy3"/>
    <dgm:cxn modelId="{B37D62D4-122D-3E4B-90EE-E27607C00725}" type="presParOf" srcId="{038AE1DC-7612-654D-8679-33900FC37411}" destId="{D8800CA9-8C3F-E647-81C5-6A38C8D2C033}" srcOrd="7" destOrd="0" presId="urn:microsoft.com/office/officeart/2005/8/layout/hierarchy3"/>
    <dgm:cxn modelId="{013AEC5A-EA03-084F-BC9E-149FD9B2D6D8}" type="presParOf" srcId="{038AE1DC-7612-654D-8679-33900FC37411}" destId="{D1C769FD-A7F5-F547-B477-7AC7A8E2C120}" srcOrd="8" destOrd="0" presId="urn:microsoft.com/office/officeart/2005/8/layout/hierarchy3"/>
    <dgm:cxn modelId="{E49D5B75-32FF-774D-A08D-AFB4A9554AF7}" type="presParOf" srcId="{038AE1DC-7612-654D-8679-33900FC37411}" destId="{34319F54-B20F-A047-8D55-16E7B1264860}" srcOrd="9" destOrd="0" presId="urn:microsoft.com/office/officeart/2005/8/layout/hierarchy3"/>
    <dgm:cxn modelId="{81F9E061-12A4-0F43-9FDC-CC4BA846CE32}" type="presParOf" srcId="{31D4AA21-4891-5F4D-B7CE-DF3AE13C7FB8}" destId="{AC75581C-999A-7741-A9D1-B8E4BB19C511}" srcOrd="1" destOrd="0" presId="urn:microsoft.com/office/officeart/2005/8/layout/hierarchy3"/>
    <dgm:cxn modelId="{E2FF5D73-AB4D-3843-A6EC-8C1BA38B64DD}" type="presParOf" srcId="{AC75581C-999A-7741-A9D1-B8E4BB19C511}" destId="{3F072A83-A31A-B94A-B21D-9B2285E987A0}" srcOrd="0" destOrd="0" presId="urn:microsoft.com/office/officeart/2005/8/layout/hierarchy3"/>
    <dgm:cxn modelId="{FCC0A040-C2CE-3246-93A1-520FE88489DC}" type="presParOf" srcId="{3F072A83-A31A-B94A-B21D-9B2285E987A0}" destId="{55FD3B84-0773-D943-9999-F0A86C5CE1D5}" srcOrd="0" destOrd="0" presId="urn:microsoft.com/office/officeart/2005/8/layout/hierarchy3"/>
    <dgm:cxn modelId="{09E6F153-3EF8-ED47-AE54-23F4C7C485B3}" type="presParOf" srcId="{3F072A83-A31A-B94A-B21D-9B2285E987A0}" destId="{E54D3718-2954-6448-9CA2-3A535BC3D617}" srcOrd="1" destOrd="0" presId="urn:microsoft.com/office/officeart/2005/8/layout/hierarchy3"/>
    <dgm:cxn modelId="{633F6211-16AD-FA41-8C31-62E470752768}" type="presParOf" srcId="{AC75581C-999A-7741-A9D1-B8E4BB19C511}" destId="{D71D10E9-88E3-BE43-B130-08A13B245CE1}" srcOrd="1" destOrd="0" presId="urn:microsoft.com/office/officeart/2005/8/layout/hierarchy3"/>
    <dgm:cxn modelId="{FB6241E7-2E39-7445-BE97-0D8E5A26A479}" type="presParOf" srcId="{D71D10E9-88E3-BE43-B130-08A13B245CE1}" destId="{6B0A82AB-E4A9-5D43-8381-D79A8A0B377F}" srcOrd="0" destOrd="0" presId="urn:microsoft.com/office/officeart/2005/8/layout/hierarchy3"/>
    <dgm:cxn modelId="{EF24152B-6344-9641-AB4C-BC6946A90EE4}" type="presParOf" srcId="{D71D10E9-88E3-BE43-B130-08A13B245CE1}" destId="{E297079C-9FE7-DE43-BDCA-151D31B3EBA5}" srcOrd="1" destOrd="0" presId="urn:microsoft.com/office/officeart/2005/8/layout/hierarchy3"/>
    <dgm:cxn modelId="{10C20B24-DE4A-7A48-95A6-1CDF8F6E90F4}" type="presParOf" srcId="{D71D10E9-88E3-BE43-B130-08A13B245CE1}" destId="{414863C7-10AA-6D41-96D7-D850E71624E4}" srcOrd="2" destOrd="0" presId="urn:microsoft.com/office/officeart/2005/8/layout/hierarchy3"/>
    <dgm:cxn modelId="{3B5E0EC2-B217-A645-ADFE-F698A93274EF}" type="presParOf" srcId="{D71D10E9-88E3-BE43-B130-08A13B245CE1}" destId="{7033BBA1-9BB0-AD42-8009-45A075832406}" srcOrd="3" destOrd="0" presId="urn:microsoft.com/office/officeart/2005/8/layout/hierarchy3"/>
    <dgm:cxn modelId="{6CA87055-F1C3-F749-8AE1-1AD739A41178}" type="presParOf" srcId="{D71D10E9-88E3-BE43-B130-08A13B245CE1}" destId="{BBE766D6-393A-8343-81FF-67B438F838DA}" srcOrd="4" destOrd="0" presId="urn:microsoft.com/office/officeart/2005/8/layout/hierarchy3"/>
    <dgm:cxn modelId="{EC19B960-F31F-2B42-B56F-B933499D9841}" type="presParOf" srcId="{D71D10E9-88E3-BE43-B130-08A13B245CE1}" destId="{E4E38B12-EF79-D84E-A9C7-D769A3300BE3}" srcOrd="5" destOrd="0" presId="urn:microsoft.com/office/officeart/2005/8/layout/hierarchy3"/>
    <dgm:cxn modelId="{6050D318-7FDC-EA49-83B2-9F32E0630A18}" type="presParOf" srcId="{D71D10E9-88E3-BE43-B130-08A13B245CE1}" destId="{344B332E-9223-894E-82B5-8C26660F7825}" srcOrd="6" destOrd="0" presId="urn:microsoft.com/office/officeart/2005/8/layout/hierarchy3"/>
    <dgm:cxn modelId="{0459728D-404A-A241-A7CE-1F1D5967CCAD}" type="presParOf" srcId="{D71D10E9-88E3-BE43-B130-08A13B245CE1}" destId="{1CAA23D2-B509-4B45-A731-A0D192A1FC9A}" srcOrd="7" destOrd="0" presId="urn:microsoft.com/office/officeart/2005/8/layout/hierarchy3"/>
    <dgm:cxn modelId="{FA8CB295-4EF7-E94B-BAE9-EEAC95AB081B}" type="presParOf" srcId="{D71D10E9-88E3-BE43-B130-08A13B245CE1}" destId="{7C0F72FA-9887-5946-A5E8-AA31BE1B8803}" srcOrd="8" destOrd="0" presId="urn:microsoft.com/office/officeart/2005/8/layout/hierarchy3"/>
    <dgm:cxn modelId="{045BEEEA-E491-604E-8A85-B545FDC3AA26}" type="presParOf" srcId="{D71D10E9-88E3-BE43-B130-08A13B245CE1}" destId="{362B5ABC-F653-1A47-B38D-859737E721FF}" srcOrd="9" destOrd="0" presId="urn:microsoft.com/office/officeart/2005/8/layout/hierarchy3"/>
    <dgm:cxn modelId="{6359DFB7-D5D6-4545-8C50-A41547B2327E}" type="presParOf" srcId="{31D4AA21-4891-5F4D-B7CE-DF3AE13C7FB8}" destId="{8A18DC77-C01E-6040-8E97-93ED8A214399}" srcOrd="2" destOrd="0" presId="urn:microsoft.com/office/officeart/2005/8/layout/hierarchy3"/>
    <dgm:cxn modelId="{F4738A83-C587-0A41-963F-702B9F92151A}" type="presParOf" srcId="{8A18DC77-C01E-6040-8E97-93ED8A214399}" destId="{C0548A18-4737-A14E-9614-8C99D5344AFC}" srcOrd="0" destOrd="0" presId="urn:microsoft.com/office/officeart/2005/8/layout/hierarchy3"/>
    <dgm:cxn modelId="{ECB87C4C-072A-524D-B508-C19C516EA924}" type="presParOf" srcId="{C0548A18-4737-A14E-9614-8C99D5344AFC}" destId="{07A7A394-887B-FA4B-8055-7F02E8B458C0}" srcOrd="0" destOrd="0" presId="urn:microsoft.com/office/officeart/2005/8/layout/hierarchy3"/>
    <dgm:cxn modelId="{880EDAD7-A8D7-6842-8548-FB51C821224D}" type="presParOf" srcId="{C0548A18-4737-A14E-9614-8C99D5344AFC}" destId="{A24B0DB6-0F7D-CA44-8460-4C81565D508D}" srcOrd="1" destOrd="0" presId="urn:microsoft.com/office/officeart/2005/8/layout/hierarchy3"/>
    <dgm:cxn modelId="{7361CFFD-B6F8-5A4C-95E6-22B4A505A506}" type="presParOf" srcId="{8A18DC77-C01E-6040-8E97-93ED8A214399}" destId="{650CFFD8-9939-7D42-BF7D-96D6B790C96E}" srcOrd="1" destOrd="0" presId="urn:microsoft.com/office/officeart/2005/8/layout/hierarchy3"/>
    <dgm:cxn modelId="{E5CF369A-ED6E-0E48-AD8A-61CA24AE6F02}" type="presParOf" srcId="{650CFFD8-9939-7D42-BF7D-96D6B790C96E}" destId="{579638E2-BA92-8346-B80B-B8804E0B8CDC}" srcOrd="0" destOrd="0" presId="urn:microsoft.com/office/officeart/2005/8/layout/hierarchy3"/>
    <dgm:cxn modelId="{D3C53A67-3EEB-F444-8E1C-B4138E154101}" type="presParOf" srcId="{650CFFD8-9939-7D42-BF7D-96D6B790C96E}" destId="{0C89370B-D962-8348-A3DD-757EBE5380D4}" srcOrd="1" destOrd="0" presId="urn:microsoft.com/office/officeart/2005/8/layout/hierarchy3"/>
    <dgm:cxn modelId="{5B17F397-B3DD-BA49-98FF-7D7D2F854DA7}" type="presParOf" srcId="{650CFFD8-9939-7D42-BF7D-96D6B790C96E}" destId="{E4726EB2-A436-0148-9481-565C4D05BB21}" srcOrd="2" destOrd="0" presId="urn:microsoft.com/office/officeart/2005/8/layout/hierarchy3"/>
    <dgm:cxn modelId="{10CB6E46-CC22-C94C-BF97-85036D6054BA}" type="presParOf" srcId="{650CFFD8-9939-7D42-BF7D-96D6B790C96E}" destId="{6E4191B4-DB18-2248-BD5E-2B250207212B}" srcOrd="3" destOrd="0" presId="urn:microsoft.com/office/officeart/2005/8/layout/hierarchy3"/>
    <dgm:cxn modelId="{24E20AF9-5893-4B4E-9811-8A6A0AB0C8C1}" type="presParOf" srcId="{650CFFD8-9939-7D42-BF7D-96D6B790C96E}" destId="{87E4666B-CB32-D945-8E73-8F9C70DD43A6}" srcOrd="4" destOrd="0" presId="urn:microsoft.com/office/officeart/2005/8/layout/hierarchy3"/>
    <dgm:cxn modelId="{EDD2F9EC-6A9E-3245-B0D8-14CBEC3035AF}" type="presParOf" srcId="{650CFFD8-9939-7D42-BF7D-96D6B790C96E}" destId="{28748869-332D-5445-B0FA-2BC1DFCBD403}" srcOrd="5" destOrd="0" presId="urn:microsoft.com/office/officeart/2005/8/layout/hierarchy3"/>
    <dgm:cxn modelId="{1B051460-2DFA-7645-9BFF-E54D82202D5A}" type="presParOf" srcId="{650CFFD8-9939-7D42-BF7D-96D6B790C96E}" destId="{5AAEF600-554B-6C4C-9421-8FFEE90E2E9C}" srcOrd="6" destOrd="0" presId="urn:microsoft.com/office/officeart/2005/8/layout/hierarchy3"/>
    <dgm:cxn modelId="{93743FBB-987B-9442-ACEE-73BD49110AED}" type="presParOf" srcId="{650CFFD8-9939-7D42-BF7D-96D6B790C96E}" destId="{A29DE823-E641-B34F-9EA3-B9D5D8941FE3}" srcOrd="7" destOrd="0" presId="urn:microsoft.com/office/officeart/2005/8/layout/hierarchy3"/>
    <dgm:cxn modelId="{6A96B1A3-3443-5946-89DD-57055238E2CF}" type="presParOf" srcId="{650CFFD8-9939-7D42-BF7D-96D6B790C96E}" destId="{48D3A515-D2FB-1D4E-865E-EE359B8343C4}" srcOrd="8" destOrd="0" presId="urn:microsoft.com/office/officeart/2005/8/layout/hierarchy3"/>
    <dgm:cxn modelId="{4FFE3A41-46C7-674A-9691-0A4F81108A70}" type="presParOf" srcId="{650CFFD8-9939-7D42-BF7D-96D6B790C96E}" destId="{BE8FF3F9-A67B-194D-893D-300EF5EFFCD8}" srcOrd="9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6019C8-A727-554C-90B7-7835C734A21A}">
      <dsp:nvSpPr>
        <dsp:cNvPr id="0" name=""/>
        <dsp:cNvSpPr/>
      </dsp:nvSpPr>
      <dsp:spPr>
        <a:xfrm>
          <a:off x="3968" y="679317"/>
          <a:ext cx="1353343" cy="6766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Confidentiality</a:t>
          </a:r>
        </a:p>
      </dsp:txBody>
      <dsp:txXfrm>
        <a:off x="23787" y="699136"/>
        <a:ext cx="1313705" cy="637033"/>
      </dsp:txXfrm>
    </dsp:sp>
    <dsp:sp modelId="{C23D5EA2-299B-9446-85C1-67C56235FC76}">
      <dsp:nvSpPr>
        <dsp:cNvPr id="0" name=""/>
        <dsp:cNvSpPr/>
      </dsp:nvSpPr>
      <dsp:spPr>
        <a:xfrm>
          <a:off x="139303" y="1355989"/>
          <a:ext cx="135334" cy="5075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7503"/>
              </a:lnTo>
              <a:lnTo>
                <a:pt x="135334" y="50750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2AC643-8799-9542-803D-36B676D57714}">
      <dsp:nvSpPr>
        <dsp:cNvPr id="0" name=""/>
        <dsp:cNvSpPr/>
      </dsp:nvSpPr>
      <dsp:spPr>
        <a:xfrm>
          <a:off x="274637" y="1525157"/>
          <a:ext cx="1082675" cy="676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Transmission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technology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policy and practice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training, education, and awareness</a:t>
          </a:r>
        </a:p>
      </dsp:txBody>
      <dsp:txXfrm>
        <a:off x="294456" y="1544976"/>
        <a:ext cx="1043037" cy="637033"/>
      </dsp:txXfrm>
    </dsp:sp>
    <dsp:sp modelId="{9C78B427-5A33-B547-A92D-42F042E91C2B}">
      <dsp:nvSpPr>
        <dsp:cNvPr id="0" name=""/>
        <dsp:cNvSpPr/>
      </dsp:nvSpPr>
      <dsp:spPr>
        <a:xfrm>
          <a:off x="139303" y="1355989"/>
          <a:ext cx="135334" cy="1353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3343"/>
              </a:lnTo>
              <a:lnTo>
                <a:pt x="135334" y="135334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0A2A4E-7C37-3142-A3AE-4DB283A605E7}">
      <dsp:nvSpPr>
        <dsp:cNvPr id="0" name=""/>
        <dsp:cNvSpPr/>
      </dsp:nvSpPr>
      <dsp:spPr>
        <a:xfrm>
          <a:off x="274637" y="2370997"/>
          <a:ext cx="1082675" cy="676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Storage</a:t>
          </a:r>
        </a:p>
      </dsp:txBody>
      <dsp:txXfrm>
        <a:off x="294456" y="2390816"/>
        <a:ext cx="1043037" cy="637033"/>
      </dsp:txXfrm>
    </dsp:sp>
    <dsp:sp modelId="{DDE24BC3-4978-494B-A976-E8E78DB1DFFA}">
      <dsp:nvSpPr>
        <dsp:cNvPr id="0" name=""/>
        <dsp:cNvSpPr/>
      </dsp:nvSpPr>
      <dsp:spPr>
        <a:xfrm>
          <a:off x="139303" y="1355989"/>
          <a:ext cx="135334" cy="21991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9183"/>
              </a:lnTo>
              <a:lnTo>
                <a:pt x="135334" y="219918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C8F995-631C-B84A-AFB2-822875E26991}">
      <dsp:nvSpPr>
        <dsp:cNvPr id="0" name=""/>
        <dsp:cNvSpPr/>
      </dsp:nvSpPr>
      <dsp:spPr>
        <a:xfrm>
          <a:off x="274637" y="3216837"/>
          <a:ext cx="1082675" cy="676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Processing</a:t>
          </a:r>
        </a:p>
      </dsp:txBody>
      <dsp:txXfrm>
        <a:off x="294456" y="3236656"/>
        <a:ext cx="1043037" cy="637033"/>
      </dsp:txXfrm>
    </dsp:sp>
    <dsp:sp modelId="{8944C30A-34C7-F247-86BA-2CF905A12C7D}">
      <dsp:nvSpPr>
        <dsp:cNvPr id="0" name=""/>
        <dsp:cNvSpPr/>
      </dsp:nvSpPr>
      <dsp:spPr>
        <a:xfrm>
          <a:off x="139303" y="1355989"/>
          <a:ext cx="135334" cy="30450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45023"/>
              </a:lnTo>
              <a:lnTo>
                <a:pt x="135334" y="304502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800CA9-8C3F-E647-81C5-6A38C8D2C033}">
      <dsp:nvSpPr>
        <dsp:cNvPr id="0" name=""/>
        <dsp:cNvSpPr/>
      </dsp:nvSpPr>
      <dsp:spPr>
        <a:xfrm>
          <a:off x="274637" y="4062677"/>
          <a:ext cx="1082675" cy="676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In Use</a:t>
          </a:r>
        </a:p>
      </dsp:txBody>
      <dsp:txXfrm>
        <a:off x="294456" y="4082496"/>
        <a:ext cx="1043037" cy="637033"/>
      </dsp:txXfrm>
    </dsp:sp>
    <dsp:sp modelId="{55FD3B84-0773-D943-9999-F0A86C5CE1D5}">
      <dsp:nvSpPr>
        <dsp:cNvPr id="0" name=""/>
        <dsp:cNvSpPr/>
      </dsp:nvSpPr>
      <dsp:spPr>
        <a:xfrm>
          <a:off x="1695648" y="679317"/>
          <a:ext cx="1353343" cy="6766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Integrity </a:t>
          </a:r>
        </a:p>
      </dsp:txBody>
      <dsp:txXfrm>
        <a:off x="1715467" y="699136"/>
        <a:ext cx="1313705" cy="637033"/>
      </dsp:txXfrm>
    </dsp:sp>
    <dsp:sp modelId="{6B0A82AB-E4A9-5D43-8381-D79A8A0B377F}">
      <dsp:nvSpPr>
        <dsp:cNvPr id="0" name=""/>
        <dsp:cNvSpPr/>
      </dsp:nvSpPr>
      <dsp:spPr>
        <a:xfrm>
          <a:off x="1830982" y="1355989"/>
          <a:ext cx="135334" cy="5075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7503"/>
              </a:lnTo>
              <a:lnTo>
                <a:pt x="135334" y="50750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97079C-9FE7-DE43-BDCA-151D31B3EBA5}">
      <dsp:nvSpPr>
        <dsp:cNvPr id="0" name=""/>
        <dsp:cNvSpPr/>
      </dsp:nvSpPr>
      <dsp:spPr>
        <a:xfrm>
          <a:off x="1966317" y="1525157"/>
          <a:ext cx="1082675" cy="676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</a:t>
          </a:r>
        </a:p>
      </dsp:txBody>
      <dsp:txXfrm>
        <a:off x="1986136" y="1544976"/>
        <a:ext cx="1043037" cy="637033"/>
      </dsp:txXfrm>
    </dsp:sp>
    <dsp:sp modelId="{414863C7-10AA-6D41-96D7-D850E71624E4}">
      <dsp:nvSpPr>
        <dsp:cNvPr id="0" name=""/>
        <dsp:cNvSpPr/>
      </dsp:nvSpPr>
      <dsp:spPr>
        <a:xfrm>
          <a:off x="1830982" y="1355989"/>
          <a:ext cx="135334" cy="1353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3343"/>
              </a:lnTo>
              <a:lnTo>
                <a:pt x="135334" y="135334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33BBA1-9BB0-AD42-8009-45A075832406}">
      <dsp:nvSpPr>
        <dsp:cNvPr id="0" name=""/>
        <dsp:cNvSpPr/>
      </dsp:nvSpPr>
      <dsp:spPr>
        <a:xfrm>
          <a:off x="1966317" y="2370997"/>
          <a:ext cx="1082675" cy="676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S</a:t>
          </a:r>
        </a:p>
      </dsp:txBody>
      <dsp:txXfrm>
        <a:off x="1986136" y="2390816"/>
        <a:ext cx="1043037" cy="637033"/>
      </dsp:txXfrm>
    </dsp:sp>
    <dsp:sp modelId="{BBE766D6-393A-8343-81FF-67B438F838DA}">
      <dsp:nvSpPr>
        <dsp:cNvPr id="0" name=""/>
        <dsp:cNvSpPr/>
      </dsp:nvSpPr>
      <dsp:spPr>
        <a:xfrm>
          <a:off x="1830982" y="1355989"/>
          <a:ext cx="135334" cy="21991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9183"/>
              </a:lnTo>
              <a:lnTo>
                <a:pt x="135334" y="219918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E38B12-EF79-D84E-A9C7-D769A3300BE3}">
      <dsp:nvSpPr>
        <dsp:cNvPr id="0" name=""/>
        <dsp:cNvSpPr/>
      </dsp:nvSpPr>
      <dsp:spPr>
        <a:xfrm>
          <a:off x="1966317" y="3216837"/>
          <a:ext cx="1082675" cy="676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P</a:t>
          </a:r>
        </a:p>
      </dsp:txBody>
      <dsp:txXfrm>
        <a:off x="1986136" y="3236656"/>
        <a:ext cx="1043037" cy="637033"/>
      </dsp:txXfrm>
    </dsp:sp>
    <dsp:sp modelId="{344B332E-9223-894E-82B5-8C26660F7825}">
      <dsp:nvSpPr>
        <dsp:cNvPr id="0" name=""/>
        <dsp:cNvSpPr/>
      </dsp:nvSpPr>
      <dsp:spPr>
        <a:xfrm>
          <a:off x="1830982" y="1355989"/>
          <a:ext cx="135334" cy="30450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45023"/>
              </a:lnTo>
              <a:lnTo>
                <a:pt x="135334" y="304502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AA23D2-B509-4B45-A731-A0D192A1FC9A}">
      <dsp:nvSpPr>
        <dsp:cNvPr id="0" name=""/>
        <dsp:cNvSpPr/>
      </dsp:nvSpPr>
      <dsp:spPr>
        <a:xfrm>
          <a:off x="1966317" y="4062677"/>
          <a:ext cx="1082675" cy="676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I</a:t>
          </a:r>
        </a:p>
      </dsp:txBody>
      <dsp:txXfrm>
        <a:off x="1986136" y="4082496"/>
        <a:ext cx="1043037" cy="637033"/>
      </dsp:txXfrm>
    </dsp:sp>
    <dsp:sp modelId="{07A7A394-887B-FA4B-8055-7F02E8B458C0}">
      <dsp:nvSpPr>
        <dsp:cNvPr id="0" name=""/>
        <dsp:cNvSpPr/>
      </dsp:nvSpPr>
      <dsp:spPr>
        <a:xfrm>
          <a:off x="3387328" y="679317"/>
          <a:ext cx="1353343" cy="6766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Availability</a:t>
          </a:r>
        </a:p>
      </dsp:txBody>
      <dsp:txXfrm>
        <a:off x="3407147" y="699136"/>
        <a:ext cx="1313705" cy="637033"/>
      </dsp:txXfrm>
    </dsp:sp>
    <dsp:sp modelId="{6F0A1347-DB7E-B248-BFCA-5C7523BBE2AF}">
      <dsp:nvSpPr>
        <dsp:cNvPr id="0" name=""/>
        <dsp:cNvSpPr/>
      </dsp:nvSpPr>
      <dsp:spPr>
        <a:xfrm>
          <a:off x="3522662" y="1355989"/>
          <a:ext cx="135334" cy="5075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7503"/>
              </a:lnTo>
              <a:lnTo>
                <a:pt x="135334" y="50750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938360-CEC6-2546-AC5C-493B37165F69}">
      <dsp:nvSpPr>
        <dsp:cNvPr id="0" name=""/>
        <dsp:cNvSpPr/>
      </dsp:nvSpPr>
      <dsp:spPr>
        <a:xfrm>
          <a:off x="3657996" y="1525157"/>
          <a:ext cx="1082675" cy="676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</a:t>
          </a:r>
        </a:p>
      </dsp:txBody>
      <dsp:txXfrm>
        <a:off x="3677815" y="1544976"/>
        <a:ext cx="1043037" cy="637033"/>
      </dsp:txXfrm>
    </dsp:sp>
    <dsp:sp modelId="{21811656-B614-0543-B54D-2710AF7AA666}">
      <dsp:nvSpPr>
        <dsp:cNvPr id="0" name=""/>
        <dsp:cNvSpPr/>
      </dsp:nvSpPr>
      <dsp:spPr>
        <a:xfrm>
          <a:off x="3522662" y="1355989"/>
          <a:ext cx="135334" cy="1353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3343"/>
              </a:lnTo>
              <a:lnTo>
                <a:pt x="135334" y="135334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5D1163-4A81-8644-8690-95BBDCD32B76}">
      <dsp:nvSpPr>
        <dsp:cNvPr id="0" name=""/>
        <dsp:cNvSpPr/>
      </dsp:nvSpPr>
      <dsp:spPr>
        <a:xfrm>
          <a:off x="3657996" y="2370997"/>
          <a:ext cx="1082675" cy="676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S</a:t>
          </a:r>
        </a:p>
      </dsp:txBody>
      <dsp:txXfrm>
        <a:off x="3677815" y="2390816"/>
        <a:ext cx="1043037" cy="637033"/>
      </dsp:txXfrm>
    </dsp:sp>
    <dsp:sp modelId="{685A4F4F-5BF2-304E-BF9B-483328738968}">
      <dsp:nvSpPr>
        <dsp:cNvPr id="0" name=""/>
        <dsp:cNvSpPr/>
      </dsp:nvSpPr>
      <dsp:spPr>
        <a:xfrm>
          <a:off x="3522662" y="1355989"/>
          <a:ext cx="135334" cy="21991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9183"/>
              </a:lnTo>
              <a:lnTo>
                <a:pt x="135334" y="219918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362F44-3E8A-5443-9EFF-A8BE5F6E5B00}">
      <dsp:nvSpPr>
        <dsp:cNvPr id="0" name=""/>
        <dsp:cNvSpPr/>
      </dsp:nvSpPr>
      <dsp:spPr>
        <a:xfrm>
          <a:off x="3657996" y="3216837"/>
          <a:ext cx="1082675" cy="676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P</a:t>
          </a:r>
        </a:p>
      </dsp:txBody>
      <dsp:txXfrm>
        <a:off x="3677815" y="3236656"/>
        <a:ext cx="1043037" cy="637033"/>
      </dsp:txXfrm>
    </dsp:sp>
    <dsp:sp modelId="{8BBFB7FE-7C1C-E245-A319-7D414B64D469}">
      <dsp:nvSpPr>
        <dsp:cNvPr id="0" name=""/>
        <dsp:cNvSpPr/>
      </dsp:nvSpPr>
      <dsp:spPr>
        <a:xfrm>
          <a:off x="3522662" y="1355989"/>
          <a:ext cx="135334" cy="30450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45023"/>
              </a:lnTo>
              <a:lnTo>
                <a:pt x="135334" y="304502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27767F-83AC-9C40-9160-92B97CBC1476}">
      <dsp:nvSpPr>
        <dsp:cNvPr id="0" name=""/>
        <dsp:cNvSpPr/>
      </dsp:nvSpPr>
      <dsp:spPr>
        <a:xfrm>
          <a:off x="3657996" y="4062677"/>
          <a:ext cx="1082675" cy="676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I</a:t>
          </a:r>
        </a:p>
      </dsp:txBody>
      <dsp:txXfrm>
        <a:off x="3677815" y="4082496"/>
        <a:ext cx="1043037" cy="637033"/>
      </dsp:txXfrm>
    </dsp:sp>
    <dsp:sp modelId="{0654B419-6DF8-C64E-8163-8A0A09CE39E8}">
      <dsp:nvSpPr>
        <dsp:cNvPr id="0" name=""/>
        <dsp:cNvSpPr/>
      </dsp:nvSpPr>
      <dsp:spPr>
        <a:xfrm>
          <a:off x="5079007" y="679317"/>
          <a:ext cx="1353343" cy="6766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Authentication</a:t>
          </a:r>
        </a:p>
      </dsp:txBody>
      <dsp:txXfrm>
        <a:off x="5098826" y="699136"/>
        <a:ext cx="1313705" cy="637033"/>
      </dsp:txXfrm>
    </dsp:sp>
    <dsp:sp modelId="{90E206C3-D8F3-8E4D-8B9B-0C2F4ED70424}">
      <dsp:nvSpPr>
        <dsp:cNvPr id="0" name=""/>
        <dsp:cNvSpPr/>
      </dsp:nvSpPr>
      <dsp:spPr>
        <a:xfrm>
          <a:off x="5214342" y="1355989"/>
          <a:ext cx="135334" cy="5075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7503"/>
              </a:lnTo>
              <a:lnTo>
                <a:pt x="135334" y="50750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D63DED-0D3D-284E-BDBC-3500C65409D0}">
      <dsp:nvSpPr>
        <dsp:cNvPr id="0" name=""/>
        <dsp:cNvSpPr/>
      </dsp:nvSpPr>
      <dsp:spPr>
        <a:xfrm>
          <a:off x="5349676" y="1525157"/>
          <a:ext cx="1082675" cy="676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</a:t>
          </a:r>
        </a:p>
      </dsp:txBody>
      <dsp:txXfrm>
        <a:off x="5369495" y="1544976"/>
        <a:ext cx="1043037" cy="637033"/>
      </dsp:txXfrm>
    </dsp:sp>
    <dsp:sp modelId="{E3F3180B-FB98-144C-8E8A-480C143FDA2C}">
      <dsp:nvSpPr>
        <dsp:cNvPr id="0" name=""/>
        <dsp:cNvSpPr/>
      </dsp:nvSpPr>
      <dsp:spPr>
        <a:xfrm>
          <a:off x="5214342" y="1355989"/>
          <a:ext cx="135334" cy="1353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3343"/>
              </a:lnTo>
              <a:lnTo>
                <a:pt x="135334" y="135334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25FABF-FB14-E049-8484-CDD8956E2DF1}">
      <dsp:nvSpPr>
        <dsp:cNvPr id="0" name=""/>
        <dsp:cNvSpPr/>
      </dsp:nvSpPr>
      <dsp:spPr>
        <a:xfrm>
          <a:off x="5349676" y="2370997"/>
          <a:ext cx="1082675" cy="676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S</a:t>
          </a:r>
        </a:p>
      </dsp:txBody>
      <dsp:txXfrm>
        <a:off x="5369495" y="2390816"/>
        <a:ext cx="1043037" cy="637033"/>
      </dsp:txXfrm>
    </dsp:sp>
    <dsp:sp modelId="{B1BC8B06-E9FD-834B-BFEE-6C037ADD297C}">
      <dsp:nvSpPr>
        <dsp:cNvPr id="0" name=""/>
        <dsp:cNvSpPr/>
      </dsp:nvSpPr>
      <dsp:spPr>
        <a:xfrm>
          <a:off x="5214342" y="1355989"/>
          <a:ext cx="135334" cy="21991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9183"/>
              </a:lnTo>
              <a:lnTo>
                <a:pt x="135334" y="219918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6A769E-F559-364A-B759-BC1DA06040E5}">
      <dsp:nvSpPr>
        <dsp:cNvPr id="0" name=""/>
        <dsp:cNvSpPr/>
      </dsp:nvSpPr>
      <dsp:spPr>
        <a:xfrm>
          <a:off x="5349676" y="3216837"/>
          <a:ext cx="1082675" cy="676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P</a:t>
          </a:r>
        </a:p>
      </dsp:txBody>
      <dsp:txXfrm>
        <a:off x="5369495" y="3236656"/>
        <a:ext cx="1043037" cy="637033"/>
      </dsp:txXfrm>
    </dsp:sp>
    <dsp:sp modelId="{E77DA5FA-A006-1F40-9C15-13FA2DE64B89}">
      <dsp:nvSpPr>
        <dsp:cNvPr id="0" name=""/>
        <dsp:cNvSpPr/>
      </dsp:nvSpPr>
      <dsp:spPr>
        <a:xfrm>
          <a:off x="5214342" y="1355989"/>
          <a:ext cx="135334" cy="30450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45023"/>
              </a:lnTo>
              <a:lnTo>
                <a:pt x="135334" y="304502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E66D08-FB88-0047-89DC-B50962F9685D}">
      <dsp:nvSpPr>
        <dsp:cNvPr id="0" name=""/>
        <dsp:cNvSpPr/>
      </dsp:nvSpPr>
      <dsp:spPr>
        <a:xfrm>
          <a:off x="5349676" y="4062677"/>
          <a:ext cx="1082675" cy="676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I</a:t>
          </a:r>
        </a:p>
      </dsp:txBody>
      <dsp:txXfrm>
        <a:off x="5369495" y="4082496"/>
        <a:ext cx="1043037" cy="637033"/>
      </dsp:txXfrm>
    </dsp:sp>
    <dsp:sp modelId="{D62264D5-3EC3-DF4B-A32E-A85A2F86C74F}">
      <dsp:nvSpPr>
        <dsp:cNvPr id="0" name=""/>
        <dsp:cNvSpPr/>
      </dsp:nvSpPr>
      <dsp:spPr>
        <a:xfrm>
          <a:off x="6770687" y="679317"/>
          <a:ext cx="1353343" cy="6766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Human/Trust</a:t>
          </a:r>
        </a:p>
      </dsp:txBody>
      <dsp:txXfrm>
        <a:off x="6790506" y="699136"/>
        <a:ext cx="1313705" cy="637033"/>
      </dsp:txXfrm>
    </dsp:sp>
    <dsp:sp modelId="{13F8A6C8-3895-3C41-99B1-B1773D5EEE00}">
      <dsp:nvSpPr>
        <dsp:cNvPr id="0" name=""/>
        <dsp:cNvSpPr/>
      </dsp:nvSpPr>
      <dsp:spPr>
        <a:xfrm>
          <a:off x="6906021" y="1355989"/>
          <a:ext cx="135334" cy="5075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7503"/>
              </a:lnTo>
              <a:lnTo>
                <a:pt x="135334" y="50750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C87B13-49C2-4744-9B1C-3DD44B4B252E}">
      <dsp:nvSpPr>
        <dsp:cNvPr id="0" name=""/>
        <dsp:cNvSpPr/>
      </dsp:nvSpPr>
      <dsp:spPr>
        <a:xfrm>
          <a:off x="7041356" y="1525157"/>
          <a:ext cx="1082675" cy="676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</a:t>
          </a:r>
        </a:p>
      </dsp:txBody>
      <dsp:txXfrm>
        <a:off x="7061175" y="1544976"/>
        <a:ext cx="1043037" cy="637033"/>
      </dsp:txXfrm>
    </dsp:sp>
    <dsp:sp modelId="{32A80EF0-388D-294E-BB2F-E4B5A8C140E0}">
      <dsp:nvSpPr>
        <dsp:cNvPr id="0" name=""/>
        <dsp:cNvSpPr/>
      </dsp:nvSpPr>
      <dsp:spPr>
        <a:xfrm>
          <a:off x="6906021" y="1355989"/>
          <a:ext cx="135334" cy="1353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3343"/>
              </a:lnTo>
              <a:lnTo>
                <a:pt x="135334" y="135334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4DE236-0903-7544-AF4A-BAF2DF2085D1}">
      <dsp:nvSpPr>
        <dsp:cNvPr id="0" name=""/>
        <dsp:cNvSpPr/>
      </dsp:nvSpPr>
      <dsp:spPr>
        <a:xfrm>
          <a:off x="7041356" y="2370997"/>
          <a:ext cx="1082675" cy="676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S</a:t>
          </a:r>
        </a:p>
      </dsp:txBody>
      <dsp:txXfrm>
        <a:off x="7061175" y="2390816"/>
        <a:ext cx="1043037" cy="637033"/>
      </dsp:txXfrm>
    </dsp:sp>
    <dsp:sp modelId="{0E21BB35-34FE-3E4B-8764-A13FBB3A7CDB}">
      <dsp:nvSpPr>
        <dsp:cNvPr id="0" name=""/>
        <dsp:cNvSpPr/>
      </dsp:nvSpPr>
      <dsp:spPr>
        <a:xfrm>
          <a:off x="6906021" y="1355989"/>
          <a:ext cx="135334" cy="21991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9183"/>
              </a:lnTo>
              <a:lnTo>
                <a:pt x="135334" y="219918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6A2DE3-627F-E14A-A49D-F1615919C4EB}">
      <dsp:nvSpPr>
        <dsp:cNvPr id="0" name=""/>
        <dsp:cNvSpPr/>
      </dsp:nvSpPr>
      <dsp:spPr>
        <a:xfrm>
          <a:off x="7041356" y="3216837"/>
          <a:ext cx="1082675" cy="676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P</a:t>
          </a:r>
        </a:p>
      </dsp:txBody>
      <dsp:txXfrm>
        <a:off x="7061175" y="3236656"/>
        <a:ext cx="1043037" cy="637033"/>
      </dsp:txXfrm>
    </dsp:sp>
    <dsp:sp modelId="{34116F9E-AF40-6249-A612-284B13E6BEA6}">
      <dsp:nvSpPr>
        <dsp:cNvPr id="0" name=""/>
        <dsp:cNvSpPr/>
      </dsp:nvSpPr>
      <dsp:spPr>
        <a:xfrm>
          <a:off x="6906021" y="1355989"/>
          <a:ext cx="135334" cy="30450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45023"/>
              </a:lnTo>
              <a:lnTo>
                <a:pt x="135334" y="304502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0067A6-495D-3141-A278-9AE8C7F09F5A}">
      <dsp:nvSpPr>
        <dsp:cNvPr id="0" name=""/>
        <dsp:cNvSpPr/>
      </dsp:nvSpPr>
      <dsp:spPr>
        <a:xfrm>
          <a:off x="7041356" y="4062677"/>
          <a:ext cx="1082675" cy="676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I</a:t>
          </a:r>
        </a:p>
      </dsp:txBody>
      <dsp:txXfrm>
        <a:off x="7061175" y="4082496"/>
        <a:ext cx="1043037" cy="6370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6019C8-A727-554C-90B7-7835C734A21A}">
      <dsp:nvSpPr>
        <dsp:cNvPr id="0" name=""/>
        <dsp:cNvSpPr/>
      </dsp:nvSpPr>
      <dsp:spPr>
        <a:xfrm>
          <a:off x="1449089" y="1033"/>
          <a:ext cx="1494234" cy="7471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Technology measures </a:t>
          </a:r>
        </a:p>
      </dsp:txBody>
      <dsp:txXfrm>
        <a:off x="1470971" y="22915"/>
        <a:ext cx="1450470" cy="703353"/>
      </dsp:txXfrm>
    </dsp:sp>
    <dsp:sp modelId="{C23D5EA2-299B-9446-85C1-67C56235FC76}">
      <dsp:nvSpPr>
        <dsp:cNvPr id="0" name=""/>
        <dsp:cNvSpPr/>
      </dsp:nvSpPr>
      <dsp:spPr>
        <a:xfrm>
          <a:off x="1598513" y="748150"/>
          <a:ext cx="149423" cy="5603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60337"/>
              </a:lnTo>
              <a:lnTo>
                <a:pt x="149423" y="56033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2AC643-8799-9542-803D-36B676D57714}">
      <dsp:nvSpPr>
        <dsp:cNvPr id="0" name=""/>
        <dsp:cNvSpPr/>
      </dsp:nvSpPr>
      <dsp:spPr>
        <a:xfrm>
          <a:off x="1747936" y="934930"/>
          <a:ext cx="1195387" cy="7471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53340" rIns="8001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1</a:t>
          </a:r>
        </a:p>
      </dsp:txBody>
      <dsp:txXfrm>
        <a:off x="1769818" y="956812"/>
        <a:ext cx="1151623" cy="703353"/>
      </dsp:txXfrm>
    </dsp:sp>
    <dsp:sp modelId="{9C78B427-5A33-B547-A92D-42F042E91C2B}">
      <dsp:nvSpPr>
        <dsp:cNvPr id="0" name=""/>
        <dsp:cNvSpPr/>
      </dsp:nvSpPr>
      <dsp:spPr>
        <a:xfrm>
          <a:off x="1598513" y="748150"/>
          <a:ext cx="149423" cy="14942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94234"/>
              </a:lnTo>
              <a:lnTo>
                <a:pt x="149423" y="149423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0A2A4E-7C37-3142-A3AE-4DB283A605E7}">
      <dsp:nvSpPr>
        <dsp:cNvPr id="0" name=""/>
        <dsp:cNvSpPr/>
      </dsp:nvSpPr>
      <dsp:spPr>
        <a:xfrm>
          <a:off x="1747936" y="1868826"/>
          <a:ext cx="1195387" cy="7471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53340" rIns="8001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2</a:t>
          </a:r>
        </a:p>
      </dsp:txBody>
      <dsp:txXfrm>
        <a:off x="1769818" y="1890708"/>
        <a:ext cx="1151623" cy="703353"/>
      </dsp:txXfrm>
    </dsp:sp>
    <dsp:sp modelId="{DDE24BC3-4978-494B-A976-E8E78DB1DFFA}">
      <dsp:nvSpPr>
        <dsp:cNvPr id="0" name=""/>
        <dsp:cNvSpPr/>
      </dsp:nvSpPr>
      <dsp:spPr>
        <a:xfrm>
          <a:off x="1598513" y="748150"/>
          <a:ext cx="149423" cy="24281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28130"/>
              </a:lnTo>
              <a:lnTo>
                <a:pt x="149423" y="242813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C8F995-631C-B84A-AFB2-822875E26991}">
      <dsp:nvSpPr>
        <dsp:cNvPr id="0" name=""/>
        <dsp:cNvSpPr/>
      </dsp:nvSpPr>
      <dsp:spPr>
        <a:xfrm>
          <a:off x="1747936" y="2802723"/>
          <a:ext cx="1195387" cy="7471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53340" rIns="8001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3</a:t>
          </a:r>
        </a:p>
      </dsp:txBody>
      <dsp:txXfrm>
        <a:off x="1769818" y="2824605"/>
        <a:ext cx="1151623" cy="703353"/>
      </dsp:txXfrm>
    </dsp:sp>
    <dsp:sp modelId="{8944C30A-34C7-F247-86BA-2CF905A12C7D}">
      <dsp:nvSpPr>
        <dsp:cNvPr id="0" name=""/>
        <dsp:cNvSpPr/>
      </dsp:nvSpPr>
      <dsp:spPr>
        <a:xfrm>
          <a:off x="1598513" y="748150"/>
          <a:ext cx="149423" cy="33620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62027"/>
              </a:lnTo>
              <a:lnTo>
                <a:pt x="149423" y="336202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800CA9-8C3F-E647-81C5-6A38C8D2C033}">
      <dsp:nvSpPr>
        <dsp:cNvPr id="0" name=""/>
        <dsp:cNvSpPr/>
      </dsp:nvSpPr>
      <dsp:spPr>
        <a:xfrm>
          <a:off x="1747936" y="3736619"/>
          <a:ext cx="1195387" cy="7471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53340" rIns="8001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4</a:t>
          </a:r>
        </a:p>
      </dsp:txBody>
      <dsp:txXfrm>
        <a:off x="1769818" y="3758501"/>
        <a:ext cx="1151623" cy="703353"/>
      </dsp:txXfrm>
    </dsp:sp>
    <dsp:sp modelId="{D1C769FD-A7F5-F547-B477-7AC7A8E2C120}">
      <dsp:nvSpPr>
        <dsp:cNvPr id="0" name=""/>
        <dsp:cNvSpPr/>
      </dsp:nvSpPr>
      <dsp:spPr>
        <a:xfrm>
          <a:off x="1598513" y="748150"/>
          <a:ext cx="149423" cy="42959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95923"/>
              </a:lnTo>
              <a:lnTo>
                <a:pt x="149423" y="429592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319F54-B20F-A047-8D55-16E7B1264860}">
      <dsp:nvSpPr>
        <dsp:cNvPr id="0" name=""/>
        <dsp:cNvSpPr/>
      </dsp:nvSpPr>
      <dsp:spPr>
        <a:xfrm>
          <a:off x="1747936" y="4670516"/>
          <a:ext cx="1195387" cy="7471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53340" rIns="8001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5</a:t>
          </a:r>
        </a:p>
      </dsp:txBody>
      <dsp:txXfrm>
        <a:off x="1769818" y="4692398"/>
        <a:ext cx="1151623" cy="703353"/>
      </dsp:txXfrm>
    </dsp:sp>
    <dsp:sp modelId="{55FD3B84-0773-D943-9999-F0A86C5CE1D5}">
      <dsp:nvSpPr>
        <dsp:cNvPr id="0" name=""/>
        <dsp:cNvSpPr/>
      </dsp:nvSpPr>
      <dsp:spPr>
        <a:xfrm>
          <a:off x="3316882" y="1033"/>
          <a:ext cx="1494234" cy="7471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Policy and practice measures </a:t>
          </a:r>
        </a:p>
      </dsp:txBody>
      <dsp:txXfrm>
        <a:off x="3338764" y="22915"/>
        <a:ext cx="1450470" cy="703353"/>
      </dsp:txXfrm>
    </dsp:sp>
    <dsp:sp modelId="{6B0A82AB-E4A9-5D43-8381-D79A8A0B377F}">
      <dsp:nvSpPr>
        <dsp:cNvPr id="0" name=""/>
        <dsp:cNvSpPr/>
      </dsp:nvSpPr>
      <dsp:spPr>
        <a:xfrm>
          <a:off x="3466306" y="748150"/>
          <a:ext cx="149423" cy="5603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60337"/>
              </a:lnTo>
              <a:lnTo>
                <a:pt x="149423" y="56033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97079C-9FE7-DE43-BDCA-151D31B3EBA5}">
      <dsp:nvSpPr>
        <dsp:cNvPr id="0" name=""/>
        <dsp:cNvSpPr/>
      </dsp:nvSpPr>
      <dsp:spPr>
        <a:xfrm>
          <a:off x="3615729" y="934930"/>
          <a:ext cx="1195387" cy="7471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53340" rIns="8001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1</a:t>
          </a:r>
        </a:p>
      </dsp:txBody>
      <dsp:txXfrm>
        <a:off x="3637611" y="956812"/>
        <a:ext cx="1151623" cy="703353"/>
      </dsp:txXfrm>
    </dsp:sp>
    <dsp:sp modelId="{414863C7-10AA-6D41-96D7-D850E71624E4}">
      <dsp:nvSpPr>
        <dsp:cNvPr id="0" name=""/>
        <dsp:cNvSpPr/>
      </dsp:nvSpPr>
      <dsp:spPr>
        <a:xfrm>
          <a:off x="3466306" y="748150"/>
          <a:ext cx="149423" cy="14942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94234"/>
              </a:lnTo>
              <a:lnTo>
                <a:pt x="149423" y="149423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33BBA1-9BB0-AD42-8009-45A075832406}">
      <dsp:nvSpPr>
        <dsp:cNvPr id="0" name=""/>
        <dsp:cNvSpPr/>
      </dsp:nvSpPr>
      <dsp:spPr>
        <a:xfrm>
          <a:off x="3615729" y="1868826"/>
          <a:ext cx="1195387" cy="7471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53340" rIns="8001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2</a:t>
          </a:r>
        </a:p>
      </dsp:txBody>
      <dsp:txXfrm>
        <a:off x="3637611" y="1890708"/>
        <a:ext cx="1151623" cy="703353"/>
      </dsp:txXfrm>
    </dsp:sp>
    <dsp:sp modelId="{BBE766D6-393A-8343-81FF-67B438F838DA}">
      <dsp:nvSpPr>
        <dsp:cNvPr id="0" name=""/>
        <dsp:cNvSpPr/>
      </dsp:nvSpPr>
      <dsp:spPr>
        <a:xfrm>
          <a:off x="3466306" y="748150"/>
          <a:ext cx="149423" cy="24281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28130"/>
              </a:lnTo>
              <a:lnTo>
                <a:pt x="149423" y="242813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E38B12-EF79-D84E-A9C7-D769A3300BE3}">
      <dsp:nvSpPr>
        <dsp:cNvPr id="0" name=""/>
        <dsp:cNvSpPr/>
      </dsp:nvSpPr>
      <dsp:spPr>
        <a:xfrm>
          <a:off x="3615729" y="2802723"/>
          <a:ext cx="1195387" cy="7471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53340" rIns="8001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3</a:t>
          </a:r>
        </a:p>
      </dsp:txBody>
      <dsp:txXfrm>
        <a:off x="3637611" y="2824605"/>
        <a:ext cx="1151623" cy="703353"/>
      </dsp:txXfrm>
    </dsp:sp>
    <dsp:sp modelId="{344B332E-9223-894E-82B5-8C26660F7825}">
      <dsp:nvSpPr>
        <dsp:cNvPr id="0" name=""/>
        <dsp:cNvSpPr/>
      </dsp:nvSpPr>
      <dsp:spPr>
        <a:xfrm>
          <a:off x="3466306" y="748150"/>
          <a:ext cx="149423" cy="33620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62027"/>
              </a:lnTo>
              <a:lnTo>
                <a:pt x="149423" y="336202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AA23D2-B509-4B45-A731-A0D192A1FC9A}">
      <dsp:nvSpPr>
        <dsp:cNvPr id="0" name=""/>
        <dsp:cNvSpPr/>
      </dsp:nvSpPr>
      <dsp:spPr>
        <a:xfrm>
          <a:off x="3615729" y="3736619"/>
          <a:ext cx="1195387" cy="7471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53340" rIns="8001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4</a:t>
          </a:r>
        </a:p>
      </dsp:txBody>
      <dsp:txXfrm>
        <a:off x="3637611" y="3758501"/>
        <a:ext cx="1151623" cy="703353"/>
      </dsp:txXfrm>
    </dsp:sp>
    <dsp:sp modelId="{7C0F72FA-9887-5946-A5E8-AA31BE1B8803}">
      <dsp:nvSpPr>
        <dsp:cNvPr id="0" name=""/>
        <dsp:cNvSpPr/>
      </dsp:nvSpPr>
      <dsp:spPr>
        <a:xfrm>
          <a:off x="3466306" y="748150"/>
          <a:ext cx="149423" cy="42959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95923"/>
              </a:lnTo>
              <a:lnTo>
                <a:pt x="149423" y="429592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2B5ABC-F653-1A47-B38D-859737E721FF}">
      <dsp:nvSpPr>
        <dsp:cNvPr id="0" name=""/>
        <dsp:cNvSpPr/>
      </dsp:nvSpPr>
      <dsp:spPr>
        <a:xfrm>
          <a:off x="3615729" y="4670516"/>
          <a:ext cx="1195387" cy="7471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53340" rIns="8001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5</a:t>
          </a:r>
        </a:p>
      </dsp:txBody>
      <dsp:txXfrm>
        <a:off x="3637611" y="4692398"/>
        <a:ext cx="1151623" cy="703353"/>
      </dsp:txXfrm>
    </dsp:sp>
    <dsp:sp modelId="{07A7A394-887B-FA4B-8055-7F02E8B458C0}">
      <dsp:nvSpPr>
        <dsp:cNvPr id="0" name=""/>
        <dsp:cNvSpPr/>
      </dsp:nvSpPr>
      <dsp:spPr>
        <a:xfrm>
          <a:off x="5184675" y="1033"/>
          <a:ext cx="1494234" cy="7471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Training and Education Awareness measures </a:t>
          </a:r>
        </a:p>
      </dsp:txBody>
      <dsp:txXfrm>
        <a:off x="5206557" y="22915"/>
        <a:ext cx="1450470" cy="703353"/>
      </dsp:txXfrm>
    </dsp:sp>
    <dsp:sp modelId="{579638E2-BA92-8346-B80B-B8804E0B8CDC}">
      <dsp:nvSpPr>
        <dsp:cNvPr id="0" name=""/>
        <dsp:cNvSpPr/>
      </dsp:nvSpPr>
      <dsp:spPr>
        <a:xfrm>
          <a:off x="5334099" y="748150"/>
          <a:ext cx="149423" cy="5603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60337"/>
              </a:lnTo>
              <a:lnTo>
                <a:pt x="149423" y="56033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89370B-D962-8348-A3DD-757EBE5380D4}">
      <dsp:nvSpPr>
        <dsp:cNvPr id="0" name=""/>
        <dsp:cNvSpPr/>
      </dsp:nvSpPr>
      <dsp:spPr>
        <a:xfrm>
          <a:off x="5483522" y="934930"/>
          <a:ext cx="1195387" cy="7471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53340" rIns="8001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1</a:t>
          </a:r>
        </a:p>
      </dsp:txBody>
      <dsp:txXfrm>
        <a:off x="5505404" y="956812"/>
        <a:ext cx="1151623" cy="703353"/>
      </dsp:txXfrm>
    </dsp:sp>
    <dsp:sp modelId="{E4726EB2-A436-0148-9481-565C4D05BB21}">
      <dsp:nvSpPr>
        <dsp:cNvPr id="0" name=""/>
        <dsp:cNvSpPr/>
      </dsp:nvSpPr>
      <dsp:spPr>
        <a:xfrm>
          <a:off x="5334099" y="748150"/>
          <a:ext cx="149423" cy="14942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94234"/>
              </a:lnTo>
              <a:lnTo>
                <a:pt x="149423" y="149423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4191B4-DB18-2248-BD5E-2B250207212B}">
      <dsp:nvSpPr>
        <dsp:cNvPr id="0" name=""/>
        <dsp:cNvSpPr/>
      </dsp:nvSpPr>
      <dsp:spPr>
        <a:xfrm>
          <a:off x="5483522" y="1868826"/>
          <a:ext cx="1195387" cy="7471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53340" rIns="8001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2</a:t>
          </a:r>
        </a:p>
      </dsp:txBody>
      <dsp:txXfrm>
        <a:off x="5505404" y="1890708"/>
        <a:ext cx="1151623" cy="703353"/>
      </dsp:txXfrm>
    </dsp:sp>
    <dsp:sp modelId="{87E4666B-CB32-D945-8E73-8F9C70DD43A6}">
      <dsp:nvSpPr>
        <dsp:cNvPr id="0" name=""/>
        <dsp:cNvSpPr/>
      </dsp:nvSpPr>
      <dsp:spPr>
        <a:xfrm>
          <a:off x="5334099" y="748150"/>
          <a:ext cx="149423" cy="24281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28130"/>
              </a:lnTo>
              <a:lnTo>
                <a:pt x="149423" y="242813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748869-332D-5445-B0FA-2BC1DFCBD403}">
      <dsp:nvSpPr>
        <dsp:cNvPr id="0" name=""/>
        <dsp:cNvSpPr/>
      </dsp:nvSpPr>
      <dsp:spPr>
        <a:xfrm>
          <a:off x="5483522" y="2802723"/>
          <a:ext cx="1195387" cy="7471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53340" rIns="8001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3</a:t>
          </a:r>
        </a:p>
      </dsp:txBody>
      <dsp:txXfrm>
        <a:off x="5505404" y="2824605"/>
        <a:ext cx="1151623" cy="703353"/>
      </dsp:txXfrm>
    </dsp:sp>
    <dsp:sp modelId="{5AAEF600-554B-6C4C-9421-8FFEE90E2E9C}">
      <dsp:nvSpPr>
        <dsp:cNvPr id="0" name=""/>
        <dsp:cNvSpPr/>
      </dsp:nvSpPr>
      <dsp:spPr>
        <a:xfrm>
          <a:off x="5334099" y="748150"/>
          <a:ext cx="149423" cy="33620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62027"/>
              </a:lnTo>
              <a:lnTo>
                <a:pt x="149423" y="336202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9DE823-E641-B34F-9EA3-B9D5D8941FE3}">
      <dsp:nvSpPr>
        <dsp:cNvPr id="0" name=""/>
        <dsp:cNvSpPr/>
      </dsp:nvSpPr>
      <dsp:spPr>
        <a:xfrm>
          <a:off x="5483522" y="3736619"/>
          <a:ext cx="1195387" cy="7471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53340" rIns="8001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4</a:t>
          </a:r>
        </a:p>
      </dsp:txBody>
      <dsp:txXfrm>
        <a:off x="5505404" y="3758501"/>
        <a:ext cx="1151623" cy="703353"/>
      </dsp:txXfrm>
    </dsp:sp>
    <dsp:sp modelId="{48D3A515-D2FB-1D4E-865E-EE359B8343C4}">
      <dsp:nvSpPr>
        <dsp:cNvPr id="0" name=""/>
        <dsp:cNvSpPr/>
      </dsp:nvSpPr>
      <dsp:spPr>
        <a:xfrm>
          <a:off x="5334099" y="748150"/>
          <a:ext cx="149423" cy="42959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95923"/>
              </a:lnTo>
              <a:lnTo>
                <a:pt x="149423" y="429592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8FF3F9-A67B-194D-893D-300EF5EFFCD8}">
      <dsp:nvSpPr>
        <dsp:cNvPr id="0" name=""/>
        <dsp:cNvSpPr/>
      </dsp:nvSpPr>
      <dsp:spPr>
        <a:xfrm>
          <a:off x="5483522" y="4670516"/>
          <a:ext cx="1195387" cy="7471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53340" rIns="8001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5</a:t>
          </a:r>
        </a:p>
      </dsp:txBody>
      <dsp:txXfrm>
        <a:off x="5505404" y="4692398"/>
        <a:ext cx="1151623" cy="7033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2559A-005E-C346-B144-BFBD35FB4F9C}" type="datetimeFigureOut">
              <a:rPr lang="en-US" smtClean="0"/>
              <a:t>6/30/25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71738" y="1143000"/>
            <a:ext cx="1914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FFE065-BF27-C342-95BB-756CC1009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71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471738" y="1143000"/>
            <a:ext cx="19145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FFE065-BF27-C342-95BB-756CC1009A2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100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217441"/>
            <a:ext cx="10363200" cy="6844453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0325842"/>
            <a:ext cx="9144000" cy="4746518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E38A-BA79-BE47-B621-A66DAF39BA9F}" type="datetimeFigureOut">
              <a:rPr lang="en-US" smtClean="0"/>
              <a:t>6/30/25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EBCD0-2232-DC4C-96FF-0DC9A8CF4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73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E38A-BA79-BE47-B621-A66DAF39BA9F}" type="datetimeFigureOut">
              <a:rPr lang="en-US" smtClean="0"/>
              <a:t>6/30/25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EBCD0-2232-DC4C-96FF-0DC9A8CF4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756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901253"/>
            <a:ext cx="10515600" cy="8177846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3156465"/>
            <a:ext cx="10515600" cy="430053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E38A-BA79-BE47-B621-A66DAF39BA9F}" type="datetimeFigureOut">
              <a:rPr lang="en-US" smtClean="0"/>
              <a:t>6/30/25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EBCD0-2232-DC4C-96FF-0DC9A8CF4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294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5233458"/>
            <a:ext cx="5181600" cy="124738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5233458"/>
            <a:ext cx="5181600" cy="124738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E38A-BA79-BE47-B621-A66DAF39BA9F}" type="datetimeFigureOut">
              <a:rPr lang="en-US" smtClean="0"/>
              <a:t>6/30/25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EBCD0-2232-DC4C-96FF-0DC9A8CF4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60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46696"/>
            <a:ext cx="10515600" cy="37999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4819334"/>
            <a:ext cx="5157787" cy="236188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7181215"/>
            <a:ext cx="5157787" cy="10562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4819334"/>
            <a:ext cx="5183188" cy="236188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7181215"/>
            <a:ext cx="5183188" cy="10562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E38A-BA79-BE47-B621-A66DAF39BA9F}" type="datetimeFigureOut">
              <a:rPr lang="en-US" smtClean="0"/>
              <a:t>6/30/25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EBCD0-2232-DC4C-96FF-0DC9A8CF4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6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E38A-BA79-BE47-B621-A66DAF39BA9F}" type="datetimeFigureOut">
              <a:rPr lang="en-US" smtClean="0"/>
              <a:t>6/30/25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EBCD0-2232-DC4C-96FF-0DC9A8CF4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60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E38A-BA79-BE47-B621-A66DAF39BA9F}" type="datetimeFigureOut">
              <a:rPr lang="en-US" smtClean="0"/>
              <a:t>6/30/25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EBCD0-2232-DC4C-96FF-0DC9A8CF4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74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310640"/>
            <a:ext cx="3932237" cy="458724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830623"/>
            <a:ext cx="6172200" cy="13971058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897880"/>
            <a:ext cx="3932237" cy="1092655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E38A-BA79-BE47-B621-A66DAF39BA9F}" type="datetimeFigureOut">
              <a:rPr lang="en-US" smtClean="0"/>
              <a:t>6/30/25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EBCD0-2232-DC4C-96FF-0DC9A8CF4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321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310640"/>
            <a:ext cx="3932237" cy="458724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830623"/>
            <a:ext cx="6172200" cy="13971058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897880"/>
            <a:ext cx="3932237" cy="1092655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E38A-BA79-BE47-B621-A66DAF39BA9F}" type="datetimeFigureOut">
              <a:rPr lang="en-US" smtClean="0"/>
              <a:t>6/30/25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EBCD0-2232-DC4C-96FF-0DC9A8CF4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22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E38A-BA79-BE47-B621-A66DAF39BA9F}" type="datetimeFigureOut">
              <a:rPr lang="en-US" smtClean="0"/>
              <a:t>6/30/25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EBCD0-2232-DC4C-96FF-0DC9A8CF4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727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1046692"/>
            <a:ext cx="2628900" cy="166606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1046692"/>
            <a:ext cx="7734300" cy="166606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E38A-BA79-BE47-B621-A66DAF39BA9F}" type="datetimeFigureOut">
              <a:rPr lang="en-US" smtClean="0"/>
              <a:t>6/30/25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EBCD0-2232-DC4C-96FF-0DC9A8CF4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371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046696"/>
            <a:ext cx="10515600" cy="3799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5233458"/>
            <a:ext cx="10515600" cy="12473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8221541"/>
            <a:ext cx="2743200" cy="10466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6EE38A-BA79-BE47-B621-A66DAF39BA9F}" type="datetimeFigureOut">
              <a:rPr lang="en-US" smtClean="0"/>
              <a:t>6/30/25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8221541"/>
            <a:ext cx="4114800" cy="10466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8221541"/>
            <a:ext cx="2743200" cy="10466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EBCD0-2232-DC4C-96FF-0DC9A8CF4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844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CDFBD-BAE9-D180-85AE-D7ADF25FD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launching the quadrants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92F3E-1B1E-04ED-087F-29C55077A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Q1 : what do you want to call your IoT ?.</a:t>
            </a:r>
          </a:p>
          <a:p>
            <a:r>
              <a:rPr lang="en-US" dirty="0"/>
              <a:t>Q2 : what are the subsystems ?. </a:t>
            </a:r>
          </a:p>
          <a:p>
            <a:r>
              <a:rPr lang="en-US" dirty="0"/>
              <a:t>Q3 : what characteristics are relevant ?. </a:t>
            </a:r>
          </a:p>
          <a:p>
            <a:r>
              <a:rPr lang="en-US" dirty="0"/>
              <a:t>Q4 : what information items are involved in each subsystems (must be factored in when it comes to assessing a characteristics – 3</a:t>
            </a:r>
            <a:r>
              <a:rPr lang="en-US" baseline="30000" dirty="0"/>
              <a:t>rd</a:t>
            </a:r>
            <a:r>
              <a:rPr lang="en-US" dirty="0"/>
              <a:t> dimension)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217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11763-A59B-E58A-1452-687005684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A590F-8BD7-1FDB-85DC-41C259A67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launching the quadrants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091F7-0C58-07F3-2661-2B8332174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26426"/>
            <a:ext cx="10515600" cy="4155789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Q0 : existing or new IoT ?.</a:t>
            </a:r>
          </a:p>
          <a:p>
            <a:r>
              <a:rPr lang="en-US" dirty="0"/>
              <a:t>Q1 : what do you want to call your IoT ?.</a:t>
            </a:r>
          </a:p>
          <a:p>
            <a:pPr marL="0" indent="0">
              <a:buNone/>
            </a:pPr>
            <a:r>
              <a:rPr lang="en-US" dirty="0"/>
              <a:t>  =&gt; ventilator </a:t>
            </a:r>
            <a:r>
              <a:rPr lang="en-US" dirty="0" err="1"/>
              <a:t>xyz</a:t>
            </a:r>
            <a:r>
              <a:rPr lang="en-US" dirty="0"/>
              <a:t> </a:t>
            </a:r>
          </a:p>
          <a:p>
            <a:r>
              <a:rPr lang="en-US" dirty="0"/>
              <a:t>Q2 : what are the subsystems / services ?. </a:t>
            </a:r>
          </a:p>
          <a:p>
            <a:pPr marL="0" indent="0">
              <a:buNone/>
            </a:pPr>
            <a:r>
              <a:rPr lang="en-US" dirty="0"/>
              <a:t>=&gt; Srv1 : Breath sync  / Srv2 : Pressure Measurement  / Srv3 : Position Logging </a:t>
            </a:r>
          </a:p>
          <a:p>
            <a:r>
              <a:rPr lang="en-US" dirty="0"/>
              <a:t>Q3 : what characteristics are relevant ?. </a:t>
            </a:r>
          </a:p>
          <a:p>
            <a:pPr marL="0" indent="0">
              <a:buNone/>
            </a:pPr>
            <a:r>
              <a:rPr lang="en-US" dirty="0"/>
              <a:t>=&gt; Ch-Srv1 : availability , integrity , confidentiality , authentication , human/trust  </a:t>
            </a:r>
          </a:p>
          <a:p>
            <a:r>
              <a:rPr lang="en-US" dirty="0"/>
              <a:t>Q4 : what information items (comes from sensors S1 , S2 , S3) are involved in each subsystem/service (must be factored in when it comes to assessing a characteristics – 3</a:t>
            </a:r>
            <a:r>
              <a:rPr lang="en-US" baseline="30000" dirty="0"/>
              <a:t>rd</a:t>
            </a:r>
            <a:r>
              <a:rPr lang="en-US" dirty="0"/>
              <a:t> dimension)</a:t>
            </a:r>
          </a:p>
          <a:p>
            <a:pPr marL="0" indent="0">
              <a:buNone/>
            </a:pPr>
            <a:r>
              <a:rPr lang="en-US" dirty="0"/>
              <a:t>     II1-Srv1 : breathing frequency , II2-Srv1  : end-expiratory pressure , II3-Srv1 : position logging.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969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0332CC-74A8-5866-A4F6-7F0D1D8F5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51" y="7954520"/>
            <a:ext cx="4006983" cy="34065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E9CBA8-69B8-F335-8FE7-28E7DFCAA523}"/>
              </a:ext>
            </a:extLst>
          </p:cNvPr>
          <p:cNvSpPr txBox="1"/>
          <p:nvPr/>
        </p:nvSpPr>
        <p:spPr>
          <a:xfrm>
            <a:off x="4834283" y="7072491"/>
            <a:ext cx="6331023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S1 : (S1P)processing / (S1T) transmission / (S1S) storage / (S1I) in-use ( by the user )</a:t>
            </a:r>
          </a:p>
          <a:p>
            <a:r>
              <a:rPr lang="en-US" sz="1400" dirty="0"/>
              <a:t>S2 : </a:t>
            </a:r>
          </a:p>
          <a:p>
            <a:r>
              <a:rPr lang="en-US" sz="1400" dirty="0"/>
              <a:t>S3 : 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20 things that need to be dealt : </a:t>
            </a:r>
          </a:p>
          <a:p>
            <a:endParaRPr lang="en-US" sz="1400" dirty="0"/>
          </a:p>
          <a:p>
            <a:r>
              <a:rPr lang="en-US" sz="1400" dirty="0"/>
              <a:t>Give name for subsystem output  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Add to Q4 a list/tree for services and characteristics and information items </a:t>
            </a:r>
          </a:p>
          <a:p>
            <a:r>
              <a:rPr lang="en-US" sz="1400" dirty="0"/>
              <a:t>Move PDF in Q4 to AI/Chatbot area in Q2.</a:t>
            </a:r>
          </a:p>
          <a:p>
            <a:endParaRPr lang="en-US" sz="1400" dirty="0"/>
          </a:p>
          <a:p>
            <a:r>
              <a:rPr lang="en-US" sz="1400" dirty="0"/>
              <a:t>* Top : service</a:t>
            </a:r>
          </a:p>
          <a:p>
            <a:r>
              <a:rPr lang="en-US" sz="1400" dirty="0"/>
              <a:t>* Bottom : description / requirement. </a:t>
            </a:r>
          </a:p>
          <a:p>
            <a:endParaRPr lang="en-US" sz="1400" dirty="0"/>
          </a:p>
          <a:p>
            <a:r>
              <a:rPr lang="en-US" sz="1400" dirty="0"/>
              <a:t>Interactive interface that will prompt me for inserting JSON input for a new system or edit an existing one.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15826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E63E3C-4A88-FEA1-EA9F-AB349EB09E88}"/>
              </a:ext>
            </a:extLst>
          </p:cNvPr>
          <p:cNvSpPr/>
          <p:nvPr/>
        </p:nvSpPr>
        <p:spPr>
          <a:xfrm>
            <a:off x="935625" y="516685"/>
            <a:ext cx="1416289" cy="10862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 description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960C9-B2A3-227A-0BE5-A1C3784D87F6}"/>
              </a:ext>
            </a:extLst>
          </p:cNvPr>
          <p:cNvSpPr/>
          <p:nvPr/>
        </p:nvSpPr>
        <p:spPr>
          <a:xfrm>
            <a:off x="3226208" y="516685"/>
            <a:ext cx="1416289" cy="10862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Json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240485-35FC-1568-B837-AFBF59C5505E}"/>
              </a:ext>
            </a:extLst>
          </p:cNvPr>
          <p:cNvSpPr/>
          <p:nvPr/>
        </p:nvSpPr>
        <p:spPr>
          <a:xfrm>
            <a:off x="5516791" y="516685"/>
            <a:ext cx="1416289" cy="10862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cubies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DCF4DA-F56F-FF76-D788-69CD78C1F138}"/>
              </a:ext>
            </a:extLst>
          </p:cNvPr>
          <p:cNvSpPr/>
          <p:nvPr/>
        </p:nvSpPr>
        <p:spPr>
          <a:xfrm>
            <a:off x="8013630" y="516685"/>
            <a:ext cx="1416289" cy="10862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Fill out the table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D5D21FA-341E-0420-3749-DFFF13C59844}"/>
              </a:ext>
            </a:extLst>
          </p:cNvPr>
          <p:cNvCxnSpPr>
            <a:endCxn id="7" idx="1"/>
          </p:cNvCxnSpPr>
          <p:nvPr/>
        </p:nvCxnSpPr>
        <p:spPr>
          <a:xfrm>
            <a:off x="6933079" y="1059825"/>
            <a:ext cx="10805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87F3739-B9EC-3415-4AE0-8A96F391D665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642496" y="1059825"/>
            <a:ext cx="8742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80D1F82-2A8E-4DE0-E7F1-21092E668809}"/>
              </a:ext>
            </a:extLst>
          </p:cNvPr>
          <p:cNvCxnSpPr>
            <a:cxnSpLocks/>
          </p:cNvCxnSpPr>
          <p:nvPr/>
        </p:nvCxnSpPr>
        <p:spPr>
          <a:xfrm>
            <a:off x="2351913" y="1054095"/>
            <a:ext cx="8742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C2F2B73-0E33-8611-8D46-A0C70BB81C14}"/>
              </a:ext>
            </a:extLst>
          </p:cNvPr>
          <p:cNvSpPr/>
          <p:nvPr/>
        </p:nvSpPr>
        <p:spPr>
          <a:xfrm>
            <a:off x="3286939" y="2173606"/>
            <a:ext cx="1792705" cy="12856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 Subsystems </a:t>
            </a:r>
          </a:p>
          <a:p>
            <a:r>
              <a:rPr lang="en-US" dirty="0"/>
              <a:t>II properties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453684-4469-6E6E-05B7-98A2FA4AC26D}"/>
              </a:ext>
            </a:extLst>
          </p:cNvPr>
          <p:cNvSpPr/>
          <p:nvPr/>
        </p:nvSpPr>
        <p:spPr>
          <a:xfrm>
            <a:off x="5377568" y="2146105"/>
            <a:ext cx="2342148" cy="12856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 – Assurance Risks</a:t>
            </a:r>
          </a:p>
          <a:p>
            <a:r>
              <a:rPr lang="en-US" dirty="0"/>
              <a:t>II Characteristics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26F8627-2688-1BC7-9D21-A53409422E2B}"/>
              </a:ext>
            </a:extLst>
          </p:cNvPr>
          <p:cNvCxnSpPr>
            <a:cxnSpLocks/>
          </p:cNvCxnSpPr>
          <p:nvPr/>
        </p:nvCxnSpPr>
        <p:spPr>
          <a:xfrm flipH="1">
            <a:off x="-7162398" y="10692374"/>
            <a:ext cx="1468999" cy="1210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F60EB27-F7CE-E463-E5FF-425C0023637C}"/>
              </a:ext>
            </a:extLst>
          </p:cNvPr>
          <p:cNvCxnSpPr>
            <a:cxnSpLocks/>
          </p:cNvCxnSpPr>
          <p:nvPr/>
        </p:nvCxnSpPr>
        <p:spPr>
          <a:xfrm>
            <a:off x="-5693399" y="10692374"/>
            <a:ext cx="1782965" cy="1210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3FEF00B-1924-1F1A-3150-2B325C8CACBA}"/>
              </a:ext>
            </a:extLst>
          </p:cNvPr>
          <p:cNvCxnSpPr>
            <a:cxnSpLocks/>
          </p:cNvCxnSpPr>
          <p:nvPr/>
        </p:nvCxnSpPr>
        <p:spPr>
          <a:xfrm>
            <a:off x="-5693400" y="10692374"/>
            <a:ext cx="256674" cy="1210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E0114F47-26D3-9FDD-760B-36C65C132ED4}"/>
              </a:ext>
            </a:extLst>
          </p:cNvPr>
          <p:cNvSpPr/>
          <p:nvPr/>
        </p:nvSpPr>
        <p:spPr>
          <a:xfrm>
            <a:off x="-8007188" y="11929908"/>
            <a:ext cx="1828800" cy="13131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Technology measures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4F0039-1685-070B-4B0D-F37D0F2CD4D2}"/>
              </a:ext>
            </a:extLst>
          </p:cNvPr>
          <p:cNvSpPr/>
          <p:nvPr/>
        </p:nvSpPr>
        <p:spPr>
          <a:xfrm>
            <a:off x="-6017108" y="11929908"/>
            <a:ext cx="1828800" cy="13131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Policy and practice measures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E9809EE-824C-EEE7-859C-A4D37FD4DD20}"/>
              </a:ext>
            </a:extLst>
          </p:cNvPr>
          <p:cNvSpPr/>
          <p:nvPr/>
        </p:nvSpPr>
        <p:spPr>
          <a:xfrm>
            <a:off x="-3931634" y="11929908"/>
            <a:ext cx="2587362" cy="13131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Training and Education Awareness measures </a:t>
            </a:r>
          </a:p>
          <a:p>
            <a:pPr algn="ctr"/>
            <a:endParaRPr lang="en-US" dirty="0"/>
          </a:p>
        </p:txBody>
      </p:sp>
      <p:graphicFrame>
        <p:nvGraphicFramePr>
          <p:cNvPr id="37" name="Diagram 36">
            <a:extLst>
              <a:ext uri="{FF2B5EF4-FFF2-40B4-BE49-F238E27FC236}">
                <a16:creationId xmlns:a16="http://schemas.microsoft.com/office/drawing/2014/main" id="{90758423-E100-3925-D308-4AB1B1A786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9798137"/>
              </p:ext>
            </p:extLst>
          </p:nvPr>
        </p:nvGraphicFramePr>
        <p:xfrm>
          <a:off x="2351913" y="454554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8" name="Diagram 37">
            <a:extLst>
              <a:ext uri="{FF2B5EF4-FFF2-40B4-BE49-F238E27FC236}">
                <a16:creationId xmlns:a16="http://schemas.microsoft.com/office/drawing/2014/main" id="{9512365C-1B78-4320-6EC4-88F65A57A5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0168737"/>
              </p:ext>
            </p:extLst>
          </p:nvPr>
        </p:nvGraphicFramePr>
        <p:xfrm>
          <a:off x="12624938" y="824599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168575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</TotalTime>
  <Words>376</Words>
  <Application>Microsoft Macintosh PowerPoint</Application>
  <PresentationFormat>Custom</PresentationFormat>
  <Paragraphs>92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Before launching the quadrants : </vt:lpstr>
      <vt:lpstr>Before launching the quadrants :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HALBA</dc:creator>
  <cp:lastModifiedBy>Khalid HALBA</cp:lastModifiedBy>
  <cp:revision>19</cp:revision>
  <dcterms:created xsi:type="dcterms:W3CDTF">2025-05-29T14:04:05Z</dcterms:created>
  <dcterms:modified xsi:type="dcterms:W3CDTF">2025-06-30T21:00:31Z</dcterms:modified>
</cp:coreProperties>
</file>